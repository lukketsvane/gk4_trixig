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  <p:sldId id="264" r:id="rId11"/>
    <p:sldId id="266" r:id="rId12"/>
    <p:sldId id="265" r:id="rId13"/>
    <p:sldId id="269" r:id="rId14"/>
    <p:sldId id="282" r:id="rId15"/>
    <p:sldId id="257" r:id="rId16"/>
    <p:sldId id="279" r:id="rId17"/>
    <p:sldId id="275" r:id="rId18"/>
    <p:sldId id="270" r:id="rId19"/>
    <p:sldId id="277" r:id="rId20"/>
    <p:sldId id="271" r:id="rId21"/>
    <p:sldId id="272" r:id="rId22"/>
    <p:sldId id="273" r:id="rId23"/>
    <p:sldId id="274" r:id="rId24"/>
    <p:sldId id="276" r:id="rId25"/>
    <p:sldId id="278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7" r:id="rId57"/>
    <p:sldId id="311" r:id="rId58"/>
    <p:sldId id="312" r:id="rId59"/>
    <p:sldId id="313" r:id="rId60"/>
    <p:sldId id="314" r:id="rId61"/>
    <p:sldId id="315" r:id="rId62"/>
    <p:sldId id="316" r:id="rId6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374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0333-AF04-4A08-AE0B-0D57E2A73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EBA83-86FE-F663-F332-FABA79CF7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A98EA-94B6-4C15-A2CF-30674B41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20A1F-5F0D-AADC-80D9-167E3B2B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025E7-D0F2-D6A4-71AC-6ED6181E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9722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F20E-6A2D-3D4E-B75C-A5248EB7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1771A-CE8E-80B4-8F05-1D755DA5D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0090B-9203-8558-DBAE-0CA1FD6F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4E2F-93DB-80A7-0615-FF9AAED4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56B26-5B32-4098-0BEB-AFB93657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7524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BEF2-D59B-1534-68EC-8EA91D53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88A9-BBED-DDF9-2AAA-212DA9B1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C6C8C-F81B-5B6D-9407-88E22891D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3C7F2-502D-759C-2570-A2B858BE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61A30-2AAE-F90F-5910-6A9A681F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2544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31FD-48F6-EEE4-D300-C78B9DFC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94E6F-9F54-9789-B0DF-D1680AF09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ADC44-FB0B-037B-13E1-FF2267787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CA575-FC40-8008-DDE7-E544CBD1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CFE13-5E85-6FE0-F3CA-4F8A0E61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14B0E-C859-277A-E39B-BAC23C3F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168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624F-7D8E-7BD6-EC75-68CE313B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F9888-204B-954B-F40B-524DEA184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6A120-B42E-1BDC-A538-4C3A2D3BF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7D310-A352-88B5-54C1-AFA7DF46F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98965-1595-F527-9716-94F8B9F0C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BFAC7-4ADF-00DE-8AF5-C8B8B1BA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DC866-5BB0-ADC0-4351-B95FD702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DEDD9-F1EB-3133-2477-7F6303F1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1720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1619-9DCD-D6B4-0314-D6AF5799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52EA9-8B4A-7F02-5D63-0BB64016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FEA71-4A63-EB17-A9B9-3E797D23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A5296-902E-335C-5F91-E052E4D7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462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B17AC-66F0-5990-6AB1-427E0DBF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7B33F-F5BD-782E-73B9-8B6DFCED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A6492-95ED-81DE-420C-839B5063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1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CCF3-2F94-4323-F35C-624C6FA9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3A54-CA9C-1D81-4811-A691CEF33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ED4C6-0C28-3CB9-A66B-1FCD478C8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C87DC-0FF5-F5D4-6F87-22D0266E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A394B-7701-00F3-137A-89B064BD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F3B42-D118-7212-F348-F2AA8E85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503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546E-851E-9F64-89CB-77598914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3B9E8-9565-0242-67D7-773FFA321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44E5F-FF03-169C-E040-096AA5BCE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1C024-77DB-E09A-44E8-3A09A52AD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4F6E6-1622-7DEF-8D65-60E51B9F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EE06C-A08E-8393-240B-C91A07F2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957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7FA5-D1E3-A6C3-0F1C-580ABFC7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0D5E-753F-FEE5-B131-E29C30D83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25D61-5AFF-3EBC-A7B4-00D9035D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5A1C-967A-A529-3169-5537ADCF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932E1-7720-D129-E6E2-6FF0EA28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663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80453-003D-41E4-002F-72FAE12E1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E1008-C1E0-6F4C-8453-C115F18FC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4919-B0A0-50E1-3090-CB10B756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B6358-E2D3-34C7-ACB4-A98C99FE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34F2-6F0A-784B-C1A6-E4C46BD0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9354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54D86-776B-664D-BFB3-30EB93D9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FC2C2-F40E-A944-E1CC-7E7C5F03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FA922-7CDA-4BB6-15E5-4439324F7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ECC8-50EE-43F6-B4ED-971AC84A4A23}" type="datetimeFigureOut">
              <a:rPr lang="nb-NO" smtClean="0"/>
              <a:t>26.03.2026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72907-8224-10D6-1B7D-4C90A1F3F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5BEB2-BE46-126C-990E-11ED7B64A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AE5FC-8E7B-4AEC-A157-447864CA71B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456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ortere.no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4629-FE74-7310-DD55-FE908F447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050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Informasjon</a:t>
            </a:r>
            <a:r>
              <a:rPr lang="en-US" sz="3200" dirty="0"/>
              <a:t> om</a:t>
            </a:r>
            <a:br>
              <a:rPr lang="en-US" sz="3200" dirty="0"/>
            </a:br>
            <a:r>
              <a:rPr lang="en-US" sz="3200" dirty="0"/>
              <a:t> </a:t>
            </a:r>
            <a:br>
              <a:rPr lang="en-US" sz="3200" dirty="0"/>
            </a:br>
            <a:r>
              <a:rPr lang="en-US" sz="89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Elskrutrekker</a:t>
            </a:r>
            <a:r>
              <a:rPr lang="en-US" sz="8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TRIXIG</a:t>
            </a:r>
            <a:br>
              <a:rPr lang="en-US" dirty="0"/>
            </a:br>
            <a:br>
              <a:rPr lang="en-US" dirty="0"/>
            </a:br>
            <a:r>
              <a:rPr lang="en-US" sz="1300" dirty="0"/>
              <a:t>Kilde: IKEA’s </a:t>
            </a:r>
            <a:r>
              <a:rPr lang="en-US" sz="1300" dirty="0" err="1"/>
              <a:t>brosjyrer</a:t>
            </a:r>
            <a:r>
              <a:rPr lang="en-US" sz="1300" dirty="0"/>
              <a:t> for </a:t>
            </a:r>
            <a:r>
              <a:rPr lang="en-US" sz="1300" dirty="0" err="1"/>
              <a:t>Trixig</a:t>
            </a:r>
            <a:endParaRPr lang="nb-NO" sz="1300" dirty="0"/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C928CC78-19B8-117D-3053-B5A20D0195C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6007" y="6148471"/>
            <a:ext cx="749935" cy="32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5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215D-39A1-6CA2-2D9B-BA3D5BFA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blue device with a strap&#10;&#10;AI-generated content may be incorrect.">
            <a:extLst>
              <a:ext uri="{FF2B5EF4-FFF2-40B4-BE49-F238E27FC236}">
                <a16:creationId xmlns:a16="http://schemas.microsoft.com/office/drawing/2014/main" id="{92E85528-D160-4240-2DA5-26CA2204E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791" y="477077"/>
            <a:ext cx="6092687" cy="6092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31DEE4-98FD-B089-9DF3-D11D2C1AF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4992" y="1179443"/>
            <a:ext cx="1510748" cy="457200"/>
          </a:xfrm>
        </p:spPr>
        <p:txBody>
          <a:bodyPr>
            <a:noAutofit/>
          </a:bodyPr>
          <a:lstStyle/>
          <a:p>
            <a:r>
              <a:rPr lang="en-US" sz="3200" dirty="0"/>
              <a:t>TRIXIG</a:t>
            </a:r>
            <a:endParaRPr lang="nb-NO" sz="3200" dirty="0"/>
          </a:p>
        </p:txBody>
      </p:sp>
    </p:spTree>
    <p:extLst>
      <p:ext uri="{BB962C8B-B14F-4D97-AF65-F5344CB8AC3E}">
        <p14:creationId xmlns:p14="http://schemas.microsoft.com/office/powerpoint/2010/main" val="4060183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7CD7-59FC-4D28-4E71-B3E0CE7E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9E57-CF27-EAA1-83F8-2BE4FF357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8" name="Image 4">
            <a:extLst>
              <a:ext uri="{FF2B5EF4-FFF2-40B4-BE49-F238E27FC236}">
                <a16:creationId xmlns:a16="http://schemas.microsoft.com/office/drawing/2014/main" id="{95859108-0347-6B72-2BEB-E1947D6BC9A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71822" y="1358347"/>
            <a:ext cx="5029448" cy="459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8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35D62-1E1C-0CEE-6F31-574333DD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72C9-7F81-84F1-4C14-868510A7D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3" name="Image 8">
            <a:extLst>
              <a:ext uri="{FF2B5EF4-FFF2-40B4-BE49-F238E27FC236}">
                <a16:creationId xmlns:a16="http://schemas.microsoft.com/office/drawing/2014/main" id="{AA818AE5-6932-4F35-B501-1F52DFDD067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2539" y="781877"/>
            <a:ext cx="6019565" cy="4976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BE1100-4D08-79E8-4CB6-6211BC06F328}"/>
              </a:ext>
            </a:extLst>
          </p:cNvPr>
          <p:cNvSpPr txBox="1"/>
          <p:nvPr/>
        </p:nvSpPr>
        <p:spPr>
          <a:xfrm>
            <a:off x="8474765" y="1120676"/>
            <a:ext cx="3173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Skrutrekker</a:t>
            </a:r>
            <a:r>
              <a:rPr lang="en-US" dirty="0"/>
              <a:t> </a:t>
            </a:r>
            <a:r>
              <a:rPr lang="en-US" dirty="0" err="1"/>
              <a:t>hoveddel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Skrutrekker</a:t>
            </a:r>
            <a:r>
              <a:rPr lang="en-US" dirty="0"/>
              <a:t> </a:t>
            </a:r>
            <a:r>
              <a:rPr lang="en-US" dirty="0" err="1"/>
              <a:t>bitsholder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PÅ/AV-</a:t>
            </a:r>
            <a:r>
              <a:rPr lang="en-US" dirty="0" err="1"/>
              <a:t>bryter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USB-C </a:t>
            </a:r>
            <a:r>
              <a:rPr lang="en-US" dirty="0" err="1"/>
              <a:t>ladekontakt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Magnetisk</a:t>
            </a:r>
            <a:r>
              <a:rPr lang="en-US" dirty="0"/>
              <a:t> </a:t>
            </a:r>
            <a:r>
              <a:rPr lang="en-US" dirty="0" err="1"/>
              <a:t>bitsholder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LED </a:t>
            </a:r>
            <a:r>
              <a:rPr lang="en-US" dirty="0" err="1"/>
              <a:t>arbeidslys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/>
              <a:t>Bryter</a:t>
            </a:r>
            <a:r>
              <a:rPr lang="en-US" dirty="0"/>
              <a:t> for </a:t>
            </a:r>
            <a:r>
              <a:rPr lang="en-US" dirty="0" err="1"/>
              <a:t>rotasjonsretning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LED-</a:t>
            </a:r>
            <a:r>
              <a:rPr lang="en-US" dirty="0" err="1"/>
              <a:t>strømstatusindikator</a:t>
            </a:r>
            <a:endParaRPr lang="nb-N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13BA2-F752-D077-B312-812175D0340D}"/>
              </a:ext>
            </a:extLst>
          </p:cNvPr>
          <p:cNvSpPr txBox="1"/>
          <p:nvPr/>
        </p:nvSpPr>
        <p:spPr>
          <a:xfrm>
            <a:off x="3180522" y="5706791"/>
            <a:ext cx="443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  <a:endParaRPr lang="nb-NO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D3970-2B05-90C1-36EA-5370F8D14DC6}"/>
              </a:ext>
            </a:extLst>
          </p:cNvPr>
          <p:cNvSpPr txBox="1"/>
          <p:nvPr/>
        </p:nvSpPr>
        <p:spPr>
          <a:xfrm>
            <a:off x="7782104" y="3429000"/>
            <a:ext cx="443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281625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758E-BC35-5226-DD0F-C0B94A72D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79FF-0ED8-E828-5479-8C82836CF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EBE3E9-CBA6-7E8B-9A06-BE3F85E4CB98}"/>
              </a:ext>
            </a:extLst>
          </p:cNvPr>
          <p:cNvGrpSpPr>
            <a:grpSpLocks/>
          </p:cNvGrpSpPr>
          <p:nvPr/>
        </p:nvGrpSpPr>
        <p:grpSpPr>
          <a:xfrm>
            <a:off x="1338470" y="2034209"/>
            <a:ext cx="7275443" cy="2491409"/>
            <a:chOff x="0" y="0"/>
            <a:chExt cx="2888615" cy="891031"/>
          </a:xfrm>
        </p:grpSpPr>
        <p:pic>
          <p:nvPicPr>
            <p:cNvPr id="5" name="Image 14">
              <a:extLst>
                <a:ext uri="{FF2B5EF4-FFF2-40B4-BE49-F238E27FC236}">
                  <a16:creationId xmlns:a16="http://schemas.microsoft.com/office/drawing/2014/main" id="{871CE772-85EF-303B-89AE-6CD82577F0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34" y="0"/>
              <a:ext cx="2478967" cy="891031"/>
            </a:xfrm>
            <a:prstGeom prst="rect">
              <a:avLst/>
            </a:prstGeom>
          </p:spPr>
        </p:pic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8BF57BA-A5F4-2F98-AAF6-8A77E0B7B295}"/>
                </a:ext>
              </a:extLst>
            </p:cNvPr>
            <p:cNvSpPr/>
            <p:nvPr/>
          </p:nvSpPr>
          <p:spPr>
            <a:xfrm>
              <a:off x="0" y="884928"/>
              <a:ext cx="2888615" cy="1270"/>
            </a:xfrm>
            <a:custGeom>
              <a:avLst/>
              <a:gdLst/>
              <a:ahLst/>
              <a:cxnLst/>
              <a:rect l="l" t="t" r="r" b="b"/>
              <a:pathLst>
                <a:path w="2888615">
                  <a:moveTo>
                    <a:pt x="0" y="0"/>
                  </a:moveTo>
                  <a:lnTo>
                    <a:pt x="2888058" y="0"/>
                  </a:lnTo>
                </a:path>
              </a:pathLst>
            </a:custGeom>
            <a:ln w="9154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nb-NO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9E350AB-EBB6-3C24-D0B6-4C9A9EFE86E2}"/>
              </a:ext>
            </a:extLst>
          </p:cNvPr>
          <p:cNvSpPr/>
          <p:nvPr/>
        </p:nvSpPr>
        <p:spPr>
          <a:xfrm>
            <a:off x="1007621" y="4333461"/>
            <a:ext cx="7785196" cy="384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3974F-F0A7-9030-9121-EB2ED0E2F25E}"/>
              </a:ext>
            </a:extLst>
          </p:cNvPr>
          <p:cNvSpPr txBox="1"/>
          <p:nvPr/>
        </p:nvSpPr>
        <p:spPr>
          <a:xfrm>
            <a:off x="8295861" y="1987826"/>
            <a:ext cx="3074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USB-C </a:t>
            </a:r>
            <a:r>
              <a:rPr lang="en-US" dirty="0" err="1"/>
              <a:t>ladekontakt</a:t>
            </a:r>
            <a:endParaRPr lang="en-US" dirty="0"/>
          </a:p>
          <a:p>
            <a:r>
              <a:rPr lang="en-US" dirty="0"/>
              <a:t>B. LED-</a:t>
            </a:r>
            <a:r>
              <a:rPr lang="en-US" dirty="0" err="1"/>
              <a:t>strømstatusindikator</a:t>
            </a:r>
            <a:r>
              <a:rPr lang="en-US" dirty="0"/>
              <a:t>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3118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9C97E-E7F2-D85C-E3BB-46E7B94B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AF71-4078-9681-BAB6-599F4D969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3" name="Image 10">
            <a:extLst>
              <a:ext uri="{FF2B5EF4-FFF2-40B4-BE49-F238E27FC236}">
                <a16:creationId xmlns:a16="http://schemas.microsoft.com/office/drawing/2014/main" id="{A8005AA3-8952-166A-9128-38880A50E2F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89583" y="1842053"/>
            <a:ext cx="4774385" cy="2595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C62D32-73BB-5947-EBE4-F4DAF19F6D5D}"/>
              </a:ext>
            </a:extLst>
          </p:cNvPr>
          <p:cNvSpPr txBox="1"/>
          <p:nvPr/>
        </p:nvSpPr>
        <p:spPr>
          <a:xfrm>
            <a:off x="9130748" y="2014330"/>
            <a:ext cx="186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Bits-</a:t>
            </a:r>
            <a:r>
              <a:rPr lang="en-US" dirty="0" err="1"/>
              <a:t>innfesting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65405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9CAC-4D3F-5DA5-0257-9551BC19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3683-E2C2-F9C9-4A0B-648EADB17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4" name="Image 11">
            <a:extLst>
              <a:ext uri="{FF2B5EF4-FFF2-40B4-BE49-F238E27FC236}">
                <a16:creationId xmlns:a16="http://schemas.microsoft.com/office/drawing/2014/main" id="{D782CA1B-3590-14E4-9575-6335CC5388C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41443" y="1557130"/>
            <a:ext cx="4380202" cy="3127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59BBC4-A47B-DB15-101C-A4543F627E0C}"/>
              </a:ext>
            </a:extLst>
          </p:cNvPr>
          <p:cNvSpPr txBox="1"/>
          <p:nvPr/>
        </p:nvSpPr>
        <p:spPr>
          <a:xfrm>
            <a:off x="9130747" y="2014330"/>
            <a:ext cx="225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Magnetisk</a:t>
            </a:r>
            <a:r>
              <a:rPr lang="en-US" dirty="0"/>
              <a:t> </a:t>
            </a:r>
            <a:r>
              <a:rPr lang="en-US" dirty="0" err="1"/>
              <a:t>bitsholder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8524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8B75-9654-31DB-A4FD-BDC34717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B279-07E8-4159-755C-8060B6D7D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43BD406F-C10D-4070-9894-27BB64FE5469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l="14822" t="60799" r="17318" b="13553"/>
          <a:stretch>
            <a:fillRect/>
          </a:stretch>
        </p:blipFill>
        <p:spPr bwMode="auto">
          <a:xfrm rot="16200000">
            <a:off x="2067988" y="1738698"/>
            <a:ext cx="5820217" cy="344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925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D1C8-D3BE-4DFB-11F6-34C65619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0AFD-3C98-313B-0537-F07D9289B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17EAD-21C2-3A86-D59C-66F6169DB00F}"/>
              </a:ext>
            </a:extLst>
          </p:cNvPr>
          <p:cNvSpPr txBox="1"/>
          <p:nvPr/>
        </p:nvSpPr>
        <p:spPr>
          <a:xfrm>
            <a:off x="8335616" y="2080590"/>
            <a:ext cx="8680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?</a:t>
            </a:r>
            <a:endParaRPr lang="nb-NO" sz="96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AA7BDE76-B07E-17E4-AAFB-CC0FC84F0D40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l="14822" t="60799" r="17318" b="13553"/>
          <a:stretch>
            <a:fillRect/>
          </a:stretch>
        </p:blipFill>
        <p:spPr bwMode="auto">
          <a:xfrm rot="16200000">
            <a:off x="2067988" y="1738698"/>
            <a:ext cx="5820217" cy="344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091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9648-C015-ECBC-3687-828AD99B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6943-4A26-54DC-0E5E-A73BE87E2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38558-EEC8-DA46-C556-AF00527BF324}"/>
              </a:ext>
            </a:extLst>
          </p:cNvPr>
          <p:cNvSpPr txBox="1"/>
          <p:nvPr/>
        </p:nvSpPr>
        <p:spPr>
          <a:xfrm>
            <a:off x="8328990" y="2232990"/>
            <a:ext cx="2676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Hva</a:t>
            </a:r>
            <a:r>
              <a:rPr lang="en-US" sz="2800" dirty="0"/>
              <a:t> </a:t>
            </a:r>
            <a:r>
              <a:rPr lang="en-US" sz="2800" dirty="0" err="1"/>
              <a:t>viser</a:t>
            </a:r>
            <a:r>
              <a:rPr lang="en-US" sz="2800" dirty="0"/>
              <a:t> </a:t>
            </a:r>
            <a:r>
              <a:rPr lang="en-US" sz="2800" dirty="0" err="1"/>
              <a:t>denne</a:t>
            </a:r>
            <a:r>
              <a:rPr lang="en-US" sz="2800" dirty="0"/>
              <a:t> </a:t>
            </a:r>
            <a:r>
              <a:rPr lang="en-US" sz="2800" dirty="0" err="1"/>
              <a:t>illustrasjonen</a:t>
            </a:r>
            <a:r>
              <a:rPr lang="en-US" sz="2800" dirty="0"/>
              <a:t>?</a:t>
            </a:r>
            <a:endParaRPr lang="nb-NO" sz="28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EF3F26AA-5207-532E-663F-FB2065CA592C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l="14822" t="60799" r="17318" b="13553"/>
          <a:stretch>
            <a:fillRect/>
          </a:stretch>
        </p:blipFill>
        <p:spPr bwMode="auto">
          <a:xfrm rot="16200000">
            <a:off x="2067988" y="1738698"/>
            <a:ext cx="5820217" cy="344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51495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AC59A-6138-11A3-E34A-379CC4F0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368C-B8C0-F733-CF74-E67999FDE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2ABAF-CD7D-3ABA-5CCA-96B7492D257D}"/>
              </a:ext>
            </a:extLst>
          </p:cNvPr>
          <p:cNvSpPr txBox="1"/>
          <p:nvPr/>
        </p:nvSpPr>
        <p:spPr>
          <a:xfrm>
            <a:off x="8328990" y="2232990"/>
            <a:ext cx="2676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Hvorfor</a:t>
            </a:r>
            <a:r>
              <a:rPr lang="en-US" sz="2800" dirty="0"/>
              <a:t> er </a:t>
            </a:r>
            <a:r>
              <a:rPr lang="en-US" sz="2800" dirty="0" err="1"/>
              <a:t>dette</a:t>
            </a:r>
            <a:r>
              <a:rPr lang="en-US" sz="2800" dirty="0"/>
              <a:t> </a:t>
            </a:r>
            <a:r>
              <a:rPr lang="en-US" sz="2800" dirty="0" err="1"/>
              <a:t>viktig</a:t>
            </a:r>
            <a:r>
              <a:rPr lang="en-US" sz="2800" dirty="0"/>
              <a:t>?</a:t>
            </a:r>
            <a:endParaRPr lang="nb-NO" sz="28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9137E006-4CA7-EF4E-7A81-D12050CF9593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l="14822" t="60799" r="17318" b="13553"/>
          <a:stretch>
            <a:fillRect/>
          </a:stretch>
        </p:blipFill>
        <p:spPr bwMode="auto">
          <a:xfrm rot="16200000">
            <a:off x="2067988" y="1738698"/>
            <a:ext cx="5820217" cy="344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0544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892D-6E53-0EC3-016A-DADF0833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C75D-AB5D-D5CF-D097-E8280BF72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7B361-C394-7F85-7D26-23C38BA64E3B}"/>
              </a:ext>
            </a:extLst>
          </p:cNvPr>
          <p:cNvSpPr txBox="1"/>
          <p:nvPr/>
        </p:nvSpPr>
        <p:spPr>
          <a:xfrm>
            <a:off x="8666921" y="5850834"/>
            <a:ext cx="225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Demontering</a:t>
            </a:r>
            <a:r>
              <a:rPr lang="en-US" dirty="0"/>
              <a:t> </a:t>
            </a:r>
            <a:r>
              <a:rPr lang="en-US" dirty="0" err="1"/>
              <a:t>batteri</a:t>
            </a:r>
            <a:endParaRPr lang="nb-NO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8BFB368E-51AE-0AE1-E9E2-C6DA4448DB9E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l="14822" t="60799" r="17318" b="13553"/>
          <a:stretch>
            <a:fillRect/>
          </a:stretch>
        </p:blipFill>
        <p:spPr bwMode="auto">
          <a:xfrm rot="16200000">
            <a:off x="2067988" y="1738698"/>
            <a:ext cx="5820217" cy="344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E694B41-BBF6-FF0B-4B3D-630D9880518D}"/>
              </a:ext>
            </a:extLst>
          </p:cNvPr>
          <p:cNvSpPr/>
          <p:nvPr/>
        </p:nvSpPr>
        <p:spPr>
          <a:xfrm>
            <a:off x="4704521" y="1888434"/>
            <a:ext cx="947531" cy="974035"/>
          </a:xfrm>
          <a:prstGeom prst="ellipse">
            <a:avLst/>
          </a:prstGeom>
          <a:noFill/>
          <a:ln w="412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89A60E-7E90-EFBA-9D62-FF883C22F931}"/>
              </a:ext>
            </a:extLst>
          </p:cNvPr>
          <p:cNvSpPr/>
          <p:nvPr/>
        </p:nvSpPr>
        <p:spPr>
          <a:xfrm>
            <a:off x="4810538" y="2941982"/>
            <a:ext cx="947531" cy="974035"/>
          </a:xfrm>
          <a:prstGeom prst="ellipse">
            <a:avLst/>
          </a:prstGeom>
          <a:noFill/>
          <a:ln w="412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ABB199-AAB3-C459-946F-D4329FA21599}"/>
              </a:ext>
            </a:extLst>
          </p:cNvPr>
          <p:cNvSpPr/>
          <p:nvPr/>
        </p:nvSpPr>
        <p:spPr>
          <a:xfrm>
            <a:off x="3392056" y="3916017"/>
            <a:ext cx="947531" cy="974035"/>
          </a:xfrm>
          <a:prstGeom prst="ellipse">
            <a:avLst/>
          </a:prstGeom>
          <a:noFill/>
          <a:ln w="412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2209BCA1-3FF5-D0ED-1516-B1C739D83E67}"/>
              </a:ext>
            </a:extLst>
          </p:cNvPr>
          <p:cNvSpPr/>
          <p:nvPr/>
        </p:nvSpPr>
        <p:spPr>
          <a:xfrm>
            <a:off x="6255524" y="5481502"/>
            <a:ext cx="894522" cy="369332"/>
          </a:xfrm>
          <a:prstGeom prst="lef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68327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DEED-0E4D-9BF7-D37B-A22939498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CFC6-80AD-0E4B-C3B6-56EAEC0BC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C0A45-BA4C-07B2-D2A1-4C25057581E5}"/>
              </a:ext>
            </a:extLst>
          </p:cNvPr>
          <p:cNvSpPr txBox="1"/>
          <p:nvPr/>
        </p:nvSpPr>
        <p:spPr>
          <a:xfrm>
            <a:off x="8328990" y="2232990"/>
            <a:ext cx="26769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Batterier</a:t>
            </a:r>
            <a:r>
              <a:rPr lang="en-US" sz="2800" dirty="0"/>
              <a:t> </a:t>
            </a:r>
            <a:r>
              <a:rPr lang="en-US" sz="2800" dirty="0" err="1"/>
              <a:t>består</a:t>
            </a:r>
            <a:r>
              <a:rPr lang="en-US" sz="2800" dirty="0"/>
              <a:t> av </a:t>
            </a:r>
            <a:r>
              <a:rPr lang="en-US" sz="2800" dirty="0" err="1"/>
              <a:t>tungmetaller</a:t>
            </a:r>
            <a:r>
              <a:rPr lang="en-US" sz="2800" dirty="0"/>
              <a:t> </a:t>
            </a:r>
            <a:r>
              <a:rPr lang="en-US" sz="2800" dirty="0" err="1"/>
              <a:t>som</a:t>
            </a:r>
            <a:r>
              <a:rPr lang="en-US" sz="2800" dirty="0"/>
              <a:t> </a:t>
            </a:r>
            <a:r>
              <a:rPr lang="en-US" sz="2800" dirty="0" err="1"/>
              <a:t>ikke</a:t>
            </a:r>
            <a:r>
              <a:rPr lang="en-US" sz="2800" dirty="0"/>
              <a:t> </a:t>
            </a:r>
            <a:r>
              <a:rPr lang="en-US" sz="2800" dirty="0" err="1"/>
              <a:t>skal</a:t>
            </a:r>
            <a:r>
              <a:rPr lang="en-US" sz="2800" dirty="0"/>
              <a:t> </a:t>
            </a:r>
            <a:r>
              <a:rPr lang="en-US" sz="2800" dirty="0" err="1"/>
              <a:t>havne</a:t>
            </a:r>
            <a:r>
              <a:rPr lang="en-US" sz="2800" dirty="0"/>
              <a:t> i </a:t>
            </a:r>
            <a:r>
              <a:rPr lang="en-US" sz="2800" dirty="0" err="1"/>
              <a:t>naturen</a:t>
            </a:r>
            <a:endParaRPr lang="nb-NO" sz="28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817E5079-73D1-7087-4F1C-9262501F1594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l="14822" t="60799" r="17318" b="13553"/>
          <a:stretch>
            <a:fillRect/>
          </a:stretch>
        </p:blipFill>
        <p:spPr bwMode="auto">
          <a:xfrm rot="16200000">
            <a:off x="2067988" y="1738698"/>
            <a:ext cx="5820217" cy="3449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953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8AC3-84A5-F8DB-5748-1A7D6131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8D8D-97F9-17F9-25FE-DA5B5CCD3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4F8E674-941A-179D-E253-7FEA42CE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" y="866760"/>
            <a:ext cx="9182100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26314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9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n-NO" altLang="nb-NO" sz="500" b="1" i="0" u="none" strike="noStrike" cap="none" normalizeH="0" baseline="0" dirty="0">
              <a:ln>
                <a:noFill/>
              </a:ln>
              <a:solidFill>
                <a:srgbClr val="2F2F2F"/>
              </a:solidFill>
              <a:effectLst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b="1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ADVARSEL</a:t>
            </a: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n-NO" altLang="nb-NO" sz="1400" b="1" dirty="0">
              <a:solidFill>
                <a:srgbClr val="2F2F2F"/>
              </a:solidFill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b="1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Forsiktig! 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</a:rPr>
              <a:t>Resirkulering av</a:t>
            </a:r>
            <a:r>
              <a:rPr lang="nb-NO" altLang="nb-NO" sz="1400" dirty="0"/>
              <a:t> 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innebygde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batterier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lnnebygde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batterier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skal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kun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tas</a:t>
            </a:r>
            <a:r>
              <a:rPr lang="nn-NO" altLang="nb-NO" sz="1400" dirty="0"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ut av en kvalifisert person.</a:t>
            </a:r>
            <a:endParaRPr kumimoji="0" lang="nn-NO" altLang="nb-NO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n-NO" altLang="nb-NO" sz="1400" i="0" u="none" strike="noStrike" cap="none" normalizeH="0" baseline="0" dirty="0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</a:t>
            </a:r>
            <a:r>
              <a:rPr lang="nn-NO" altLang="nb-NO" sz="1400" dirty="0">
                <a:solidFill>
                  <a:srgbClr val="2F2F2F"/>
                </a:solidFill>
                <a:ea typeface="Arial" panose="020B0604020202020204" pitchFamily="34" charset="0"/>
              </a:rPr>
              <a:t>ø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rg for at batteriet er utladet</a:t>
            </a:r>
            <a:r>
              <a:rPr lang="nb-NO" altLang="nb-NO" sz="1400" dirty="0"/>
              <a:t> 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før det tas ut</a:t>
            </a:r>
            <a:r>
              <a:rPr lang="nn-NO" altLang="nb-NO" sz="1400" dirty="0">
                <a:solidFill>
                  <a:srgbClr val="838383"/>
                </a:solidFill>
                <a:ea typeface="Arial" panose="020B0604020202020204" pitchFamily="34" charset="0"/>
              </a:rPr>
              <a:t>.</a:t>
            </a: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Vær forsiktig for å unngå å skade batteriet.</a:t>
            </a:r>
            <a:endParaRPr kumimoji="0" lang="nn-NO" altLang="nb-NO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n-NO" altLang="nb-NO" sz="1400" i="0" u="none" strike="noStrike" cap="none" normalizeH="0" baseline="0" dirty="0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Kutt og isoler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ledningene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en etter en for å</a:t>
            </a:r>
            <a:r>
              <a:rPr lang="nn-NO" altLang="nb-NO" sz="1400" dirty="0"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unnå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kortslutning.</a:t>
            </a:r>
            <a:endParaRPr kumimoji="0" lang="nb-NO" altLang="nb-NO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n-NO" altLang="nb-NO" sz="1400" b="0" i="0" u="none" strike="noStrike" cap="none" normalizeH="0" baseline="0" dirty="0">
              <a:ln>
                <a:noFill/>
              </a:ln>
              <a:solidFill>
                <a:srgbClr val="2F2F2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Symbolet viser en søppeldunk med et kryss over. Dette betyr at produktet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ikke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skal kastes i søpla, men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holdes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atskilt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husholdningsavfallet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n-NO" altLang="nb-NO" sz="1400" dirty="0">
              <a:solidFill>
                <a:srgbClr val="2F2F2F"/>
              </a:solidFill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Produktet</a:t>
            </a:r>
            <a:r>
              <a:rPr lang="nb-NO" altLang="nb-NO" sz="1400" dirty="0"/>
              <a:t> 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skal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leveres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til resirkulering i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henhold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til lokale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ordninger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kildesortering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lnformasjon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om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løsningen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din kommune finner du på 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/>
              </a:rPr>
              <a:t>www.sortere.no.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Ved å holde produktet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atskilt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ordinært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husholdnings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-avfall, hjelper du med a unngå potensiell negativ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virkning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menneskers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helse og milj0et. </a:t>
            </a: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n-NO" altLang="nb-NO" sz="1400" dirty="0">
              <a:solidFill>
                <a:srgbClr val="2F2F2F"/>
              </a:solidFill>
              <a:ea typeface="Arial" panose="020B0604020202020204" pitchFamily="34" charset="0"/>
            </a:endParaRPr>
          </a:p>
          <a:p>
            <a:pPr marL="0" marR="0" lvl="0" indent="7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mer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informasjon,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vennligst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kontakt </a:t>
            </a:r>
            <a:r>
              <a:rPr kumimoji="0" lang="nn-NO" altLang="nb-NO" sz="1400" i="0" u="none" strike="noStrike" cap="none" normalizeH="0" baseline="0" dirty="0" err="1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nærmeste</a:t>
            </a:r>
            <a:r>
              <a:rPr kumimoji="0" lang="nn-NO" altLang="nb-NO" sz="140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IKEA-varehus.</a:t>
            </a:r>
            <a:endParaRPr kumimoji="0" lang="nn-NO" altLang="nb-NO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66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297F-A09F-6EF7-70E3-CB83F7262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blue device with a strap&#10;&#10;AI-generated content may be incorrect.">
            <a:extLst>
              <a:ext uri="{FF2B5EF4-FFF2-40B4-BE49-F238E27FC236}">
                <a16:creationId xmlns:a16="http://schemas.microsoft.com/office/drawing/2014/main" id="{59213499-49CA-58D1-77F7-3A9399525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659" y="503583"/>
            <a:ext cx="6099314" cy="60993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C7B5DD-2DD9-C1D7-F1FD-025E5FB8F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31303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404961-1517-CF89-1778-C5C1B532A178}"/>
              </a:ext>
            </a:extLst>
          </p:cNvPr>
          <p:cNvCxnSpPr>
            <a:cxnSpLocks/>
          </p:cNvCxnSpPr>
          <p:nvPr/>
        </p:nvCxnSpPr>
        <p:spPr>
          <a:xfrm flipH="1" flipV="1">
            <a:off x="9170504" y="4840356"/>
            <a:ext cx="139148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E1518D-E860-242A-C14F-0F4D9E128AC0}"/>
              </a:ext>
            </a:extLst>
          </p:cNvPr>
          <p:cNvCxnSpPr>
            <a:cxnSpLocks/>
          </p:cNvCxnSpPr>
          <p:nvPr/>
        </p:nvCxnSpPr>
        <p:spPr>
          <a:xfrm flipV="1">
            <a:off x="5520357" y="1494903"/>
            <a:ext cx="761171" cy="8752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A50208-ED83-4314-3149-4606F851B1AB}"/>
              </a:ext>
            </a:extLst>
          </p:cNvPr>
          <p:cNvCxnSpPr>
            <a:cxnSpLocks/>
          </p:cNvCxnSpPr>
          <p:nvPr/>
        </p:nvCxnSpPr>
        <p:spPr>
          <a:xfrm flipV="1">
            <a:off x="3969026" y="1536224"/>
            <a:ext cx="339587" cy="3389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807E7B-1F87-FFD1-5F7E-1B9F152E6D8E}"/>
              </a:ext>
            </a:extLst>
          </p:cNvPr>
          <p:cNvCxnSpPr>
            <a:cxnSpLocks/>
          </p:cNvCxnSpPr>
          <p:nvPr/>
        </p:nvCxnSpPr>
        <p:spPr>
          <a:xfrm flipV="1">
            <a:off x="6537462" y="1948140"/>
            <a:ext cx="655152" cy="7676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C4E737-76D4-F1D1-5EFA-58BB51F8DB89}"/>
              </a:ext>
            </a:extLst>
          </p:cNvPr>
          <p:cNvCxnSpPr>
            <a:cxnSpLocks/>
          </p:cNvCxnSpPr>
          <p:nvPr/>
        </p:nvCxnSpPr>
        <p:spPr>
          <a:xfrm flipV="1">
            <a:off x="7192614" y="2865782"/>
            <a:ext cx="639425" cy="8850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B7F058-B89D-3216-2A4A-76512722A82D}"/>
              </a:ext>
            </a:extLst>
          </p:cNvPr>
          <p:cNvCxnSpPr>
            <a:cxnSpLocks/>
          </p:cNvCxnSpPr>
          <p:nvPr/>
        </p:nvCxnSpPr>
        <p:spPr>
          <a:xfrm>
            <a:off x="5883135" y="5068956"/>
            <a:ext cx="654327" cy="8216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337F4F-F79D-5A6C-FD6C-53C8EA32C417}"/>
              </a:ext>
            </a:extLst>
          </p:cNvPr>
          <p:cNvSpPr txBox="1"/>
          <p:nvPr/>
        </p:nvSpPr>
        <p:spPr>
          <a:xfrm>
            <a:off x="2835963" y="1793220"/>
            <a:ext cx="129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Bitsholder</a:t>
            </a:r>
            <a:endParaRPr lang="nb-NO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0E012C-DD16-366D-4870-B0F9D8D4DA4E}"/>
              </a:ext>
            </a:extLst>
          </p:cNvPr>
          <p:cNvSpPr txBox="1"/>
          <p:nvPr/>
        </p:nvSpPr>
        <p:spPr>
          <a:xfrm>
            <a:off x="5520356" y="2646835"/>
            <a:ext cx="1973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Bryter</a:t>
            </a:r>
            <a:r>
              <a:rPr lang="en-US" dirty="0"/>
              <a:t> for </a:t>
            </a:r>
            <a:r>
              <a:rPr lang="en-US" dirty="0" err="1"/>
              <a:t>rotasjonsretning</a:t>
            </a:r>
            <a:endParaRPr lang="nb-NO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ED092E-AE0D-DDB3-3577-0D9268817C54}"/>
              </a:ext>
            </a:extLst>
          </p:cNvPr>
          <p:cNvSpPr txBox="1"/>
          <p:nvPr/>
        </p:nvSpPr>
        <p:spPr>
          <a:xfrm>
            <a:off x="7432815" y="5240802"/>
            <a:ext cx="210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USB-C </a:t>
            </a:r>
            <a:r>
              <a:rPr lang="en-US" dirty="0" err="1"/>
              <a:t>ladekontakt</a:t>
            </a:r>
            <a:endParaRPr lang="nb-NO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CF494-A455-54C1-5830-780A1266B9B1}"/>
              </a:ext>
            </a:extLst>
          </p:cNvPr>
          <p:cNvSpPr txBox="1"/>
          <p:nvPr/>
        </p:nvSpPr>
        <p:spPr>
          <a:xfrm>
            <a:off x="4943061" y="2277503"/>
            <a:ext cx="72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Logo</a:t>
            </a:r>
            <a:endParaRPr lang="nb-NO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C2C07-2B80-EA6B-6EE7-0D3EAD7550E9}"/>
              </a:ext>
            </a:extLst>
          </p:cNvPr>
          <p:cNvSpPr txBox="1"/>
          <p:nvPr/>
        </p:nvSpPr>
        <p:spPr>
          <a:xfrm>
            <a:off x="5883135" y="3678774"/>
            <a:ext cx="141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PÅ/AV-</a:t>
            </a:r>
            <a:r>
              <a:rPr lang="en-US" dirty="0" err="1"/>
              <a:t>bryter</a:t>
            </a:r>
            <a:endParaRPr lang="nb-NO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D6AD5-2512-A45E-75F6-0540B561C522}"/>
              </a:ext>
            </a:extLst>
          </p:cNvPr>
          <p:cNvSpPr txBox="1"/>
          <p:nvPr/>
        </p:nvSpPr>
        <p:spPr>
          <a:xfrm>
            <a:off x="5078066" y="4771647"/>
            <a:ext cx="884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Stropp</a:t>
            </a:r>
            <a:endParaRPr lang="nb-NO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C1C34A-62CA-60DC-EE92-67B148D7500D}"/>
              </a:ext>
            </a:extLst>
          </p:cNvPr>
          <p:cNvCxnSpPr>
            <a:cxnSpLocks/>
          </p:cNvCxnSpPr>
          <p:nvPr/>
        </p:nvCxnSpPr>
        <p:spPr>
          <a:xfrm flipH="1">
            <a:off x="6697318" y="417443"/>
            <a:ext cx="240195" cy="25738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80CCAB5-A8F9-74D9-D41A-DC41B7C9811C}"/>
              </a:ext>
            </a:extLst>
          </p:cNvPr>
          <p:cNvSpPr txBox="1"/>
          <p:nvPr/>
        </p:nvSpPr>
        <p:spPr>
          <a:xfrm>
            <a:off x="6937512" y="176805"/>
            <a:ext cx="237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Magnetisk</a:t>
            </a:r>
            <a:r>
              <a:rPr lang="en-US" dirty="0"/>
              <a:t> </a:t>
            </a:r>
            <a:r>
              <a:rPr lang="en-US" dirty="0" err="1"/>
              <a:t>bitsholder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2238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E447-908B-0F43-197B-CE2643B3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5692-78B6-9ECE-64CA-59DD7C397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FEE63-2846-16B2-2DA3-CF5A882B6AD5}"/>
              </a:ext>
            </a:extLst>
          </p:cNvPr>
          <p:cNvSpPr txBox="1"/>
          <p:nvPr/>
        </p:nvSpPr>
        <p:spPr>
          <a:xfrm>
            <a:off x="4671060" y="2468880"/>
            <a:ext cx="2849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Dimensjoner</a:t>
            </a:r>
            <a:endParaRPr lang="nb-NO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15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7644-6309-0FB5-3A84-524512BB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blue device with a strap&#10;&#10;AI-generated content may be incorrect.">
            <a:extLst>
              <a:ext uri="{FF2B5EF4-FFF2-40B4-BE49-F238E27FC236}">
                <a16:creationId xmlns:a16="http://schemas.microsoft.com/office/drawing/2014/main" id="{BCD04AB7-36D3-C833-0C8B-842301A7F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1980" flipH="1">
            <a:off x="3270384" y="1442665"/>
            <a:ext cx="4982602" cy="4832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622F8A-E393-CE0A-BFF5-488C691D9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D47B76-70A1-32CF-02A1-3486075DED14}"/>
              </a:ext>
            </a:extLst>
          </p:cNvPr>
          <p:cNvCxnSpPr/>
          <p:nvPr/>
        </p:nvCxnSpPr>
        <p:spPr>
          <a:xfrm>
            <a:off x="3611217" y="1404730"/>
            <a:ext cx="506233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692D07-BBE0-52DE-C67C-AC2B441D6D59}"/>
              </a:ext>
            </a:extLst>
          </p:cNvPr>
          <p:cNvCxnSpPr>
            <a:cxnSpLocks/>
          </p:cNvCxnSpPr>
          <p:nvPr/>
        </p:nvCxnSpPr>
        <p:spPr>
          <a:xfrm>
            <a:off x="3611217" y="1404730"/>
            <a:ext cx="59635" cy="4287079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871E59-433C-81A7-921E-D03DBD48472E}"/>
              </a:ext>
            </a:extLst>
          </p:cNvPr>
          <p:cNvCxnSpPr>
            <a:cxnSpLocks/>
          </p:cNvCxnSpPr>
          <p:nvPr/>
        </p:nvCxnSpPr>
        <p:spPr>
          <a:xfrm flipH="1">
            <a:off x="3670852" y="1404729"/>
            <a:ext cx="5002696" cy="4287079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6C4B57-9B32-D94D-C9C8-A9B2AC632522}"/>
              </a:ext>
            </a:extLst>
          </p:cNvPr>
          <p:cNvCxnSpPr/>
          <p:nvPr/>
        </p:nvCxnSpPr>
        <p:spPr>
          <a:xfrm>
            <a:off x="3611216" y="1099930"/>
            <a:ext cx="506233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829B2B-FDC1-C11E-751A-D51CDC0FBFD8}"/>
              </a:ext>
            </a:extLst>
          </p:cNvPr>
          <p:cNvCxnSpPr>
            <a:cxnSpLocks/>
          </p:cNvCxnSpPr>
          <p:nvPr/>
        </p:nvCxnSpPr>
        <p:spPr>
          <a:xfrm>
            <a:off x="3246783" y="1404729"/>
            <a:ext cx="59635" cy="42870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BF8874-C501-2B40-50B4-F8ABAEA97D1A}"/>
              </a:ext>
            </a:extLst>
          </p:cNvPr>
          <p:cNvCxnSpPr>
            <a:cxnSpLocks/>
          </p:cNvCxnSpPr>
          <p:nvPr/>
        </p:nvCxnSpPr>
        <p:spPr>
          <a:xfrm flipH="1">
            <a:off x="3882888" y="1649894"/>
            <a:ext cx="5002696" cy="42870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8BBB2F1-AC3C-09A4-3467-79A812EFA3E5}"/>
              </a:ext>
            </a:extLst>
          </p:cNvPr>
          <p:cNvSpPr txBox="1"/>
          <p:nvPr/>
        </p:nvSpPr>
        <p:spPr>
          <a:xfrm rot="19096895">
            <a:off x="6092690" y="3608767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257</a:t>
            </a:r>
            <a:endParaRPr lang="nb-NO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412BBF-8EE2-DD9E-49C1-EBE70B9392BA}"/>
              </a:ext>
            </a:extLst>
          </p:cNvPr>
          <p:cNvSpPr txBox="1"/>
          <p:nvPr/>
        </p:nvSpPr>
        <p:spPr>
          <a:xfrm rot="5400000">
            <a:off x="2980155" y="3317220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EB15F5-3CF8-121E-41E6-9E78E99BECE7}"/>
              </a:ext>
            </a:extLst>
          </p:cNvPr>
          <p:cNvCxnSpPr/>
          <p:nvPr/>
        </p:nvCxnSpPr>
        <p:spPr>
          <a:xfrm>
            <a:off x="3167270" y="1404729"/>
            <a:ext cx="37106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4EDF4A3-044D-3312-E60B-2633462CAB95}"/>
              </a:ext>
            </a:extLst>
          </p:cNvPr>
          <p:cNvCxnSpPr/>
          <p:nvPr/>
        </p:nvCxnSpPr>
        <p:spPr>
          <a:xfrm>
            <a:off x="3240156" y="5685180"/>
            <a:ext cx="37106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5B6E4F-4017-1752-8528-3CA0645B8114}"/>
              </a:ext>
            </a:extLst>
          </p:cNvPr>
          <p:cNvCxnSpPr>
            <a:cxnSpLocks/>
          </p:cNvCxnSpPr>
          <p:nvPr/>
        </p:nvCxnSpPr>
        <p:spPr>
          <a:xfrm>
            <a:off x="3611216" y="1013791"/>
            <a:ext cx="0" cy="2948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8FCB00-6E6E-0861-A87F-57A0D52F54CD}"/>
              </a:ext>
            </a:extLst>
          </p:cNvPr>
          <p:cNvCxnSpPr>
            <a:cxnSpLocks/>
          </p:cNvCxnSpPr>
          <p:nvPr/>
        </p:nvCxnSpPr>
        <p:spPr>
          <a:xfrm>
            <a:off x="8680172" y="1013791"/>
            <a:ext cx="0" cy="2948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B89BA4A-67EE-1397-5A4F-D2CD18C24671}"/>
              </a:ext>
            </a:extLst>
          </p:cNvPr>
          <p:cNvSpPr txBox="1"/>
          <p:nvPr/>
        </p:nvSpPr>
        <p:spPr>
          <a:xfrm>
            <a:off x="5729116" y="915265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507006-B54B-1BE7-089C-2EC57077DFDD}"/>
              </a:ext>
            </a:extLst>
          </p:cNvPr>
          <p:cNvCxnSpPr>
            <a:cxnSpLocks/>
          </p:cNvCxnSpPr>
          <p:nvPr/>
        </p:nvCxnSpPr>
        <p:spPr>
          <a:xfrm>
            <a:off x="3725519" y="5754752"/>
            <a:ext cx="238538" cy="27829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5FBBDE-52ED-E773-3783-3186864D7F9A}"/>
              </a:ext>
            </a:extLst>
          </p:cNvPr>
          <p:cNvCxnSpPr>
            <a:cxnSpLocks/>
          </p:cNvCxnSpPr>
          <p:nvPr/>
        </p:nvCxnSpPr>
        <p:spPr>
          <a:xfrm>
            <a:off x="8711648" y="1447880"/>
            <a:ext cx="238538" cy="27829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7A4834-C959-A09D-93F1-E129E72B2377}"/>
              </a:ext>
            </a:extLst>
          </p:cNvPr>
          <p:cNvSpPr txBox="1"/>
          <p:nvPr/>
        </p:nvSpPr>
        <p:spPr>
          <a:xfrm>
            <a:off x="7993380" y="5129796"/>
            <a:ext cx="3801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Yttermål</a:t>
            </a:r>
            <a:r>
              <a:rPr lang="en-US" dirty="0"/>
              <a:t> </a:t>
            </a:r>
            <a:r>
              <a:rPr lang="en-US" dirty="0" err="1"/>
              <a:t>emballasje</a:t>
            </a:r>
            <a:r>
              <a:rPr lang="en-US" dirty="0"/>
              <a:t> (mm)</a:t>
            </a:r>
          </a:p>
        </p:txBody>
      </p:sp>
    </p:spTree>
    <p:extLst>
      <p:ext uri="{BB962C8B-B14F-4D97-AF65-F5344CB8AC3E}">
        <p14:creationId xmlns:p14="http://schemas.microsoft.com/office/powerpoint/2010/main" val="423787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CDDC3-AE31-ACE1-DCBD-825F2C5B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A8BB-A3B1-FCD6-DCFF-4DAE003F4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90045F-20FD-B766-34D1-1E0601C4FAB6}"/>
              </a:ext>
            </a:extLst>
          </p:cNvPr>
          <p:cNvCxnSpPr/>
          <p:nvPr/>
        </p:nvCxnSpPr>
        <p:spPr>
          <a:xfrm>
            <a:off x="3611217" y="1404730"/>
            <a:ext cx="506233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7F271B-85D9-B8D0-A5CC-B00D843474D6}"/>
              </a:ext>
            </a:extLst>
          </p:cNvPr>
          <p:cNvCxnSpPr>
            <a:cxnSpLocks/>
          </p:cNvCxnSpPr>
          <p:nvPr/>
        </p:nvCxnSpPr>
        <p:spPr>
          <a:xfrm>
            <a:off x="3611217" y="1404730"/>
            <a:ext cx="59635" cy="4287079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B8E25C-6442-E152-ECF7-8F709DCCEB74}"/>
              </a:ext>
            </a:extLst>
          </p:cNvPr>
          <p:cNvCxnSpPr>
            <a:cxnSpLocks/>
          </p:cNvCxnSpPr>
          <p:nvPr/>
        </p:nvCxnSpPr>
        <p:spPr>
          <a:xfrm flipH="1">
            <a:off x="3670852" y="1404729"/>
            <a:ext cx="5002696" cy="4287079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FE72C7-1A82-A7FF-C752-3312319CF7B6}"/>
              </a:ext>
            </a:extLst>
          </p:cNvPr>
          <p:cNvCxnSpPr/>
          <p:nvPr/>
        </p:nvCxnSpPr>
        <p:spPr>
          <a:xfrm>
            <a:off x="3611216" y="1099930"/>
            <a:ext cx="506233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FFC35F-CB72-8A26-0572-7B4A5F566C32}"/>
              </a:ext>
            </a:extLst>
          </p:cNvPr>
          <p:cNvCxnSpPr>
            <a:cxnSpLocks/>
          </p:cNvCxnSpPr>
          <p:nvPr/>
        </p:nvCxnSpPr>
        <p:spPr>
          <a:xfrm>
            <a:off x="3246783" y="1404729"/>
            <a:ext cx="59635" cy="42870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2127CC-BDEE-0FBE-4B82-6E078BDCF73A}"/>
              </a:ext>
            </a:extLst>
          </p:cNvPr>
          <p:cNvCxnSpPr>
            <a:cxnSpLocks/>
          </p:cNvCxnSpPr>
          <p:nvPr/>
        </p:nvCxnSpPr>
        <p:spPr>
          <a:xfrm flipH="1">
            <a:off x="3882888" y="1649894"/>
            <a:ext cx="5002696" cy="42870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59B859C-ADC0-1243-27AE-442453BA3A72}"/>
              </a:ext>
            </a:extLst>
          </p:cNvPr>
          <p:cNvSpPr txBox="1"/>
          <p:nvPr/>
        </p:nvSpPr>
        <p:spPr>
          <a:xfrm rot="19096895">
            <a:off x="6092690" y="3608767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257</a:t>
            </a:r>
            <a:endParaRPr lang="nb-NO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0F54C-8CBF-4D6D-8D60-55273757CBEF}"/>
              </a:ext>
            </a:extLst>
          </p:cNvPr>
          <p:cNvSpPr txBox="1"/>
          <p:nvPr/>
        </p:nvSpPr>
        <p:spPr>
          <a:xfrm rot="5400000">
            <a:off x="2980155" y="3317220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C9EF58-9834-D936-C28F-CC09769B133E}"/>
              </a:ext>
            </a:extLst>
          </p:cNvPr>
          <p:cNvCxnSpPr/>
          <p:nvPr/>
        </p:nvCxnSpPr>
        <p:spPr>
          <a:xfrm>
            <a:off x="3167270" y="1404729"/>
            <a:ext cx="37106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30E23A0-389D-8209-EB02-C49FD708AF25}"/>
              </a:ext>
            </a:extLst>
          </p:cNvPr>
          <p:cNvCxnSpPr/>
          <p:nvPr/>
        </p:nvCxnSpPr>
        <p:spPr>
          <a:xfrm>
            <a:off x="3240156" y="5685180"/>
            <a:ext cx="37106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39EB12-7DCB-9E22-A401-3A6431643C2E}"/>
              </a:ext>
            </a:extLst>
          </p:cNvPr>
          <p:cNvCxnSpPr>
            <a:cxnSpLocks/>
          </p:cNvCxnSpPr>
          <p:nvPr/>
        </p:nvCxnSpPr>
        <p:spPr>
          <a:xfrm>
            <a:off x="3611216" y="1013791"/>
            <a:ext cx="0" cy="2948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2964AD-BAAD-A0B0-9967-FFE68B5E32A3}"/>
              </a:ext>
            </a:extLst>
          </p:cNvPr>
          <p:cNvCxnSpPr>
            <a:cxnSpLocks/>
          </p:cNvCxnSpPr>
          <p:nvPr/>
        </p:nvCxnSpPr>
        <p:spPr>
          <a:xfrm>
            <a:off x="8680172" y="1013791"/>
            <a:ext cx="0" cy="2948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058FEE3-6E0D-B3E5-B637-2A4A1016C18E}"/>
              </a:ext>
            </a:extLst>
          </p:cNvPr>
          <p:cNvSpPr txBox="1"/>
          <p:nvPr/>
        </p:nvSpPr>
        <p:spPr>
          <a:xfrm>
            <a:off x="5729116" y="915265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0A1CB3-A30F-48E9-BA23-F6F2ECB419F9}"/>
              </a:ext>
            </a:extLst>
          </p:cNvPr>
          <p:cNvCxnSpPr>
            <a:cxnSpLocks/>
          </p:cNvCxnSpPr>
          <p:nvPr/>
        </p:nvCxnSpPr>
        <p:spPr>
          <a:xfrm>
            <a:off x="3725519" y="5754752"/>
            <a:ext cx="238538" cy="27829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2DF449-C475-D4C3-91E9-D578C6CB3E18}"/>
              </a:ext>
            </a:extLst>
          </p:cNvPr>
          <p:cNvCxnSpPr>
            <a:cxnSpLocks/>
          </p:cNvCxnSpPr>
          <p:nvPr/>
        </p:nvCxnSpPr>
        <p:spPr>
          <a:xfrm>
            <a:off x="8711648" y="1447880"/>
            <a:ext cx="238538" cy="27829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806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2F1B-BF04-6201-EEBE-DD1A494F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6CB0EF5-C8A3-6DCF-5403-98A766AF7E58}"/>
              </a:ext>
            </a:extLst>
          </p:cNvPr>
          <p:cNvSpPr/>
          <p:nvPr/>
        </p:nvSpPr>
        <p:spPr>
          <a:xfrm>
            <a:off x="3611880" y="1394460"/>
            <a:ext cx="5052060" cy="4290060"/>
          </a:xfrm>
          <a:custGeom>
            <a:avLst/>
            <a:gdLst>
              <a:gd name="connsiteX0" fmla="*/ 0 w 5052060"/>
              <a:gd name="connsiteY0" fmla="*/ 0 h 4290060"/>
              <a:gd name="connsiteX1" fmla="*/ 5052060 w 5052060"/>
              <a:gd name="connsiteY1" fmla="*/ 22860 h 4290060"/>
              <a:gd name="connsiteX2" fmla="*/ 68580 w 5052060"/>
              <a:gd name="connsiteY2" fmla="*/ 4290060 h 4290060"/>
              <a:gd name="connsiteX3" fmla="*/ 0 w 5052060"/>
              <a:gd name="connsiteY3" fmla="*/ 0 h 429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2060" h="4290060">
                <a:moveTo>
                  <a:pt x="0" y="0"/>
                </a:moveTo>
                <a:lnTo>
                  <a:pt x="5052060" y="22860"/>
                </a:lnTo>
                <a:lnTo>
                  <a:pt x="68580" y="42900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539A0-FA39-4D09-E072-9DF89C0F2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7E70849-3EF1-D0A9-996C-F55406861A57}"/>
              </a:ext>
            </a:extLst>
          </p:cNvPr>
          <p:cNvCxnSpPr/>
          <p:nvPr/>
        </p:nvCxnSpPr>
        <p:spPr>
          <a:xfrm>
            <a:off x="3611217" y="1404730"/>
            <a:ext cx="506233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8624BB-420B-5EB9-CD29-74352E30AAF1}"/>
              </a:ext>
            </a:extLst>
          </p:cNvPr>
          <p:cNvCxnSpPr>
            <a:cxnSpLocks/>
          </p:cNvCxnSpPr>
          <p:nvPr/>
        </p:nvCxnSpPr>
        <p:spPr>
          <a:xfrm>
            <a:off x="3611217" y="1404730"/>
            <a:ext cx="59635" cy="4287079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C7D7EB-62F3-0F8B-C989-7D89D99AD748}"/>
              </a:ext>
            </a:extLst>
          </p:cNvPr>
          <p:cNvCxnSpPr>
            <a:cxnSpLocks/>
          </p:cNvCxnSpPr>
          <p:nvPr/>
        </p:nvCxnSpPr>
        <p:spPr>
          <a:xfrm flipH="1">
            <a:off x="3670852" y="1404729"/>
            <a:ext cx="5002696" cy="4287079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6C3999-0103-AB4E-2055-29C35829FD98}"/>
              </a:ext>
            </a:extLst>
          </p:cNvPr>
          <p:cNvCxnSpPr/>
          <p:nvPr/>
        </p:nvCxnSpPr>
        <p:spPr>
          <a:xfrm>
            <a:off x="3611216" y="1099930"/>
            <a:ext cx="506233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959DA2B-596F-4A9B-C9BB-F754E2CC5D16}"/>
              </a:ext>
            </a:extLst>
          </p:cNvPr>
          <p:cNvCxnSpPr>
            <a:cxnSpLocks/>
          </p:cNvCxnSpPr>
          <p:nvPr/>
        </p:nvCxnSpPr>
        <p:spPr>
          <a:xfrm>
            <a:off x="3246783" y="1404729"/>
            <a:ext cx="59635" cy="42870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5ACFBB-FE5A-B8C4-91EA-083793616A1C}"/>
              </a:ext>
            </a:extLst>
          </p:cNvPr>
          <p:cNvCxnSpPr>
            <a:cxnSpLocks/>
          </p:cNvCxnSpPr>
          <p:nvPr/>
        </p:nvCxnSpPr>
        <p:spPr>
          <a:xfrm flipH="1">
            <a:off x="3882888" y="1649894"/>
            <a:ext cx="5002696" cy="4287079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2AD59A7-D4BD-CB22-EF5A-DE813165EAB3}"/>
              </a:ext>
            </a:extLst>
          </p:cNvPr>
          <p:cNvSpPr txBox="1"/>
          <p:nvPr/>
        </p:nvSpPr>
        <p:spPr>
          <a:xfrm rot="19096895">
            <a:off x="6092690" y="3608767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257</a:t>
            </a:r>
            <a:endParaRPr lang="nb-NO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F2BFF8-8BB9-BB55-000F-13F1E7EC8035}"/>
              </a:ext>
            </a:extLst>
          </p:cNvPr>
          <p:cNvSpPr txBox="1"/>
          <p:nvPr/>
        </p:nvSpPr>
        <p:spPr>
          <a:xfrm rot="5400000">
            <a:off x="2980155" y="3317220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BCB4232-88A8-D7BA-B3BA-1FA1BC6BDA5D}"/>
              </a:ext>
            </a:extLst>
          </p:cNvPr>
          <p:cNvCxnSpPr/>
          <p:nvPr/>
        </p:nvCxnSpPr>
        <p:spPr>
          <a:xfrm>
            <a:off x="3167270" y="1404729"/>
            <a:ext cx="37106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B29E6F-EAD5-810E-9C94-7FA2D84480ED}"/>
              </a:ext>
            </a:extLst>
          </p:cNvPr>
          <p:cNvCxnSpPr/>
          <p:nvPr/>
        </p:nvCxnSpPr>
        <p:spPr>
          <a:xfrm>
            <a:off x="3240156" y="5685180"/>
            <a:ext cx="37106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1C0B98-9AE1-EF4C-636D-F7AF1100A245}"/>
              </a:ext>
            </a:extLst>
          </p:cNvPr>
          <p:cNvCxnSpPr>
            <a:cxnSpLocks/>
          </p:cNvCxnSpPr>
          <p:nvPr/>
        </p:nvCxnSpPr>
        <p:spPr>
          <a:xfrm>
            <a:off x="3611216" y="1013791"/>
            <a:ext cx="0" cy="2948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39AA75-6461-06B7-2338-88B841CC23BA}"/>
              </a:ext>
            </a:extLst>
          </p:cNvPr>
          <p:cNvCxnSpPr>
            <a:cxnSpLocks/>
          </p:cNvCxnSpPr>
          <p:nvPr/>
        </p:nvCxnSpPr>
        <p:spPr>
          <a:xfrm>
            <a:off x="8680172" y="1013791"/>
            <a:ext cx="0" cy="29486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7A8DBC-7132-5E3B-C2B1-56E720964B19}"/>
              </a:ext>
            </a:extLst>
          </p:cNvPr>
          <p:cNvSpPr txBox="1"/>
          <p:nvPr/>
        </p:nvSpPr>
        <p:spPr>
          <a:xfrm>
            <a:off x="5729116" y="915265"/>
            <a:ext cx="5830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DADB32-355D-FABD-0CC4-87B1C29923B1}"/>
              </a:ext>
            </a:extLst>
          </p:cNvPr>
          <p:cNvCxnSpPr>
            <a:cxnSpLocks/>
          </p:cNvCxnSpPr>
          <p:nvPr/>
        </p:nvCxnSpPr>
        <p:spPr>
          <a:xfrm>
            <a:off x="3725519" y="5754752"/>
            <a:ext cx="238538" cy="27829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034529-133E-6FCA-1914-8689B86CA578}"/>
              </a:ext>
            </a:extLst>
          </p:cNvPr>
          <p:cNvCxnSpPr>
            <a:cxnSpLocks/>
          </p:cNvCxnSpPr>
          <p:nvPr/>
        </p:nvCxnSpPr>
        <p:spPr>
          <a:xfrm>
            <a:off x="8711648" y="1447880"/>
            <a:ext cx="238538" cy="278298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688792-673C-7DC6-AFC6-4DEBEB7BA11D}"/>
              </a:ext>
            </a:extLst>
          </p:cNvPr>
          <p:cNvSpPr txBox="1"/>
          <p:nvPr/>
        </p:nvSpPr>
        <p:spPr>
          <a:xfrm>
            <a:off x="7993380" y="5129796"/>
            <a:ext cx="3801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Yttermål</a:t>
            </a:r>
            <a:r>
              <a:rPr lang="en-US" dirty="0"/>
              <a:t> </a:t>
            </a:r>
            <a:r>
              <a:rPr lang="en-US" dirty="0" err="1"/>
              <a:t>emballasje</a:t>
            </a:r>
            <a:r>
              <a:rPr lang="en-US" dirty="0"/>
              <a:t> (mm)</a:t>
            </a:r>
          </a:p>
        </p:txBody>
      </p:sp>
    </p:spTree>
    <p:extLst>
      <p:ext uri="{BB962C8B-B14F-4D97-AF65-F5344CB8AC3E}">
        <p14:creationId xmlns:p14="http://schemas.microsoft.com/office/powerpoint/2010/main" val="1910501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92FF-32EB-431E-AD52-79199C9B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5C797F7-9E42-007E-29CA-5D7E5F8B7140}"/>
              </a:ext>
            </a:extLst>
          </p:cNvPr>
          <p:cNvGrpSpPr>
            <a:grpSpLocks/>
          </p:cNvGrpSpPr>
          <p:nvPr/>
        </p:nvGrpSpPr>
        <p:grpSpPr>
          <a:xfrm rot="5213452">
            <a:off x="3166588" y="-1200164"/>
            <a:ext cx="5858825" cy="9017940"/>
            <a:chOff x="0" y="0"/>
            <a:chExt cx="7412736" cy="10436352"/>
          </a:xfrm>
        </p:grpSpPr>
        <p:pic>
          <p:nvPicPr>
            <p:cNvPr id="13" name="Image 7">
              <a:extLst>
                <a:ext uri="{FF2B5EF4-FFF2-40B4-BE49-F238E27FC236}">
                  <a16:creationId xmlns:a16="http://schemas.microsoft.com/office/drawing/2014/main" id="{5F079445-2E86-3E9B-5DB1-6D1FE53B1D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412736" cy="10436352"/>
            </a:xfrm>
            <a:prstGeom prst="rect">
              <a:avLst/>
            </a:prstGeom>
          </p:spPr>
        </p:pic>
        <p:pic>
          <p:nvPicPr>
            <p:cNvPr id="14" name="Image 8">
              <a:extLst>
                <a:ext uri="{FF2B5EF4-FFF2-40B4-BE49-F238E27FC236}">
                  <a16:creationId xmlns:a16="http://schemas.microsoft.com/office/drawing/2014/main" id="{0A9B2AAB-5B1C-4842-458B-9632B5C8C899}"/>
                </a:ext>
              </a:extLst>
            </p:cNvPr>
            <p:cNvPicPr/>
            <p:nvPr/>
          </p:nvPicPr>
          <p:blipFill rotWithShape="1">
            <a:blip r:embed="rId3" cstate="print"/>
            <a:srcRect l="-17887" t="-1701" r="-19720" b="-17253"/>
            <a:stretch>
              <a:fillRect/>
            </a:stretch>
          </p:blipFill>
          <p:spPr>
            <a:xfrm>
              <a:off x="1470508" y="2247901"/>
              <a:ext cx="5570010" cy="735294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8F7633-5017-13A8-7672-7AD0EDEA3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AEA40-07CF-A5CA-2940-BA8C54475D47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79494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BD5B-08CC-977D-0824-E79FD234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BBCF-D246-FFBC-E71A-7B75D31CB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0CD38039-4DA0-6747-5630-749C62779ED0}"/>
              </a:ext>
            </a:extLst>
          </p:cNvPr>
          <p:cNvPicPr/>
          <p:nvPr/>
        </p:nvPicPr>
        <p:blipFill rotWithShape="1">
          <a:blip r:embed="rId2" cstate="print"/>
          <a:srcRect l="5041" t="21833" r="2745" b="21732"/>
          <a:stretch>
            <a:fillRect/>
          </a:stretch>
        </p:blipFill>
        <p:spPr>
          <a:xfrm rot="5400000">
            <a:off x="2746997" y="929820"/>
            <a:ext cx="6001604" cy="5122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711300-6353-E619-DAF7-07185F43B111}"/>
              </a:ext>
            </a:extLst>
          </p:cNvPr>
          <p:cNvSpPr txBox="1"/>
          <p:nvPr/>
        </p:nvSpPr>
        <p:spPr>
          <a:xfrm rot="19972065">
            <a:off x="4549140" y="954200"/>
            <a:ext cx="84582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F5828-F43A-FA10-E6C5-5B29808FFC9D}"/>
              </a:ext>
            </a:extLst>
          </p:cNvPr>
          <p:cNvSpPr txBox="1"/>
          <p:nvPr/>
        </p:nvSpPr>
        <p:spPr>
          <a:xfrm rot="16035124">
            <a:off x="3017998" y="3420466"/>
            <a:ext cx="741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182</a:t>
            </a:r>
            <a:endParaRPr lang="nb-N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C044F-F52F-A91E-CB7B-862A8EAEB357}"/>
              </a:ext>
            </a:extLst>
          </p:cNvPr>
          <p:cNvSpPr txBox="1"/>
          <p:nvPr/>
        </p:nvSpPr>
        <p:spPr>
          <a:xfrm rot="17959364">
            <a:off x="6454618" y="3420467"/>
            <a:ext cx="741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257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15526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A3DD-2EA8-D188-801A-568A8A70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7601-7530-0EAE-6355-1CD2CDA76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1C5D764-4A89-97D5-11AD-4523276C2CF9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t="25016" r="6028" b="26029"/>
          <a:stretch>
            <a:fillRect/>
          </a:stretch>
        </p:blipFill>
        <p:spPr bwMode="auto">
          <a:xfrm rot="5400000">
            <a:off x="2860227" y="1140757"/>
            <a:ext cx="5791198" cy="45764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34550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219D-EF16-24FF-7572-24B80154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ECB6-530C-F15B-DC1C-8EDA36C09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6495BB94-3B2A-2F48-83F7-227E7ABEB40D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t="26162" r="6894" b="25596"/>
          <a:stretch>
            <a:fillRect/>
          </a:stretch>
        </p:blipFill>
        <p:spPr bwMode="auto">
          <a:xfrm rot="5400000">
            <a:off x="2781873" y="1173059"/>
            <a:ext cx="5893242" cy="4511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18293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E58B2-6A68-854C-FEE6-604936CE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F3B8-150D-27BE-845B-CBCCEB9BB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0040B34B-3D38-2259-862C-A2E98CBB8A17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t="26162" r="6894" b="25596"/>
          <a:stretch>
            <a:fillRect/>
          </a:stretch>
        </p:blipFill>
        <p:spPr bwMode="auto">
          <a:xfrm rot="5400000">
            <a:off x="2781873" y="1173059"/>
            <a:ext cx="5893242" cy="4511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9B0F32E-8AA0-2561-B0B2-BA41E5307665}"/>
              </a:ext>
            </a:extLst>
          </p:cNvPr>
          <p:cNvSpPr/>
          <p:nvPr/>
        </p:nvSpPr>
        <p:spPr>
          <a:xfrm>
            <a:off x="4884420" y="929640"/>
            <a:ext cx="3009900" cy="5349240"/>
          </a:xfrm>
          <a:custGeom>
            <a:avLst/>
            <a:gdLst>
              <a:gd name="connsiteX0" fmla="*/ 0 w 3009900"/>
              <a:gd name="connsiteY0" fmla="*/ 1508760 h 5349240"/>
              <a:gd name="connsiteX1" fmla="*/ 3009900 w 3009900"/>
              <a:gd name="connsiteY1" fmla="*/ 0 h 5349240"/>
              <a:gd name="connsiteX2" fmla="*/ 0 w 3009900"/>
              <a:gd name="connsiteY2" fmla="*/ 5349240 h 5349240"/>
              <a:gd name="connsiteX3" fmla="*/ 0 w 3009900"/>
              <a:gd name="connsiteY3" fmla="*/ 1508760 h 534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9900" h="5349240">
                <a:moveTo>
                  <a:pt x="0" y="1508760"/>
                </a:moveTo>
                <a:lnTo>
                  <a:pt x="3009900" y="0"/>
                </a:lnTo>
                <a:lnTo>
                  <a:pt x="0" y="5349240"/>
                </a:lnTo>
                <a:lnTo>
                  <a:pt x="0" y="150876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06C4648-7AB0-493F-2951-DB767D71BA26}"/>
              </a:ext>
            </a:extLst>
          </p:cNvPr>
          <p:cNvSpPr/>
          <p:nvPr/>
        </p:nvSpPr>
        <p:spPr>
          <a:xfrm>
            <a:off x="3604260" y="1981200"/>
            <a:ext cx="1287780" cy="4297680"/>
          </a:xfrm>
          <a:custGeom>
            <a:avLst/>
            <a:gdLst>
              <a:gd name="connsiteX0" fmla="*/ 0 w 1287780"/>
              <a:gd name="connsiteY0" fmla="*/ 0 h 4297680"/>
              <a:gd name="connsiteX1" fmla="*/ 1280160 w 1287780"/>
              <a:gd name="connsiteY1" fmla="*/ 464820 h 4297680"/>
              <a:gd name="connsiteX2" fmla="*/ 1287780 w 1287780"/>
              <a:gd name="connsiteY2" fmla="*/ 4297680 h 4297680"/>
              <a:gd name="connsiteX3" fmla="*/ 137160 w 1287780"/>
              <a:gd name="connsiteY3" fmla="*/ 3695700 h 4297680"/>
              <a:gd name="connsiteX4" fmla="*/ 0 w 1287780"/>
              <a:gd name="connsiteY4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80" h="4297680">
                <a:moveTo>
                  <a:pt x="0" y="0"/>
                </a:moveTo>
                <a:lnTo>
                  <a:pt x="1280160" y="464820"/>
                </a:lnTo>
                <a:lnTo>
                  <a:pt x="1287780" y="4297680"/>
                </a:lnTo>
                <a:lnTo>
                  <a:pt x="137160" y="36957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B82D42D-90F7-CE50-DD27-D3A4BEFC1DDD}"/>
              </a:ext>
            </a:extLst>
          </p:cNvPr>
          <p:cNvSpPr/>
          <p:nvPr/>
        </p:nvSpPr>
        <p:spPr>
          <a:xfrm>
            <a:off x="3604260" y="525780"/>
            <a:ext cx="4312920" cy="1920240"/>
          </a:xfrm>
          <a:custGeom>
            <a:avLst/>
            <a:gdLst>
              <a:gd name="connsiteX0" fmla="*/ 0 w 4312920"/>
              <a:gd name="connsiteY0" fmla="*/ 1455420 h 1920240"/>
              <a:gd name="connsiteX1" fmla="*/ 3070860 w 4312920"/>
              <a:gd name="connsiteY1" fmla="*/ 0 h 1920240"/>
              <a:gd name="connsiteX2" fmla="*/ 4312920 w 4312920"/>
              <a:gd name="connsiteY2" fmla="*/ 403860 h 1920240"/>
              <a:gd name="connsiteX3" fmla="*/ 1280160 w 4312920"/>
              <a:gd name="connsiteY3" fmla="*/ 1920240 h 1920240"/>
              <a:gd name="connsiteX4" fmla="*/ 0 w 4312920"/>
              <a:gd name="connsiteY4" fmla="*/ 1455420 h 192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2920" h="1920240">
                <a:moveTo>
                  <a:pt x="0" y="1455420"/>
                </a:moveTo>
                <a:lnTo>
                  <a:pt x="3070860" y="0"/>
                </a:lnTo>
                <a:lnTo>
                  <a:pt x="4312920" y="403860"/>
                </a:lnTo>
                <a:lnTo>
                  <a:pt x="1280160" y="1920240"/>
                </a:lnTo>
                <a:lnTo>
                  <a:pt x="0" y="14554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767ED0-3A5A-ADCA-C898-342EC82AFF3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741420" y="525780"/>
            <a:ext cx="2933700" cy="51511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071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E3DB-28DE-B186-DB0E-AA7892E1C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74A5-52A0-6B51-0719-3DCF1B515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DAD9BF01-3DF2-01A9-B3F6-F082B8224B1E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t="26162" r="6894" b="25596"/>
          <a:stretch>
            <a:fillRect/>
          </a:stretch>
        </p:blipFill>
        <p:spPr bwMode="auto">
          <a:xfrm rot="5400000">
            <a:off x="2781873" y="1173059"/>
            <a:ext cx="5893242" cy="4511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6EAA2F7-BF9E-F5EE-92A1-46A1D13235D5}"/>
              </a:ext>
            </a:extLst>
          </p:cNvPr>
          <p:cNvSpPr/>
          <p:nvPr/>
        </p:nvSpPr>
        <p:spPr>
          <a:xfrm>
            <a:off x="4884420" y="929640"/>
            <a:ext cx="3009900" cy="5349240"/>
          </a:xfrm>
          <a:custGeom>
            <a:avLst/>
            <a:gdLst>
              <a:gd name="connsiteX0" fmla="*/ 0 w 3009900"/>
              <a:gd name="connsiteY0" fmla="*/ 1508760 h 5349240"/>
              <a:gd name="connsiteX1" fmla="*/ 3009900 w 3009900"/>
              <a:gd name="connsiteY1" fmla="*/ 0 h 5349240"/>
              <a:gd name="connsiteX2" fmla="*/ 0 w 3009900"/>
              <a:gd name="connsiteY2" fmla="*/ 5349240 h 5349240"/>
              <a:gd name="connsiteX3" fmla="*/ 0 w 3009900"/>
              <a:gd name="connsiteY3" fmla="*/ 1508760 h 534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9900" h="5349240">
                <a:moveTo>
                  <a:pt x="0" y="1508760"/>
                </a:moveTo>
                <a:lnTo>
                  <a:pt x="3009900" y="0"/>
                </a:lnTo>
                <a:lnTo>
                  <a:pt x="0" y="5349240"/>
                </a:lnTo>
                <a:lnTo>
                  <a:pt x="0" y="150876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8DE0E95-B754-8A92-6EDF-7AA49D43E4D1}"/>
              </a:ext>
            </a:extLst>
          </p:cNvPr>
          <p:cNvSpPr/>
          <p:nvPr/>
        </p:nvSpPr>
        <p:spPr>
          <a:xfrm>
            <a:off x="3604260" y="1981200"/>
            <a:ext cx="1287780" cy="4297680"/>
          </a:xfrm>
          <a:custGeom>
            <a:avLst/>
            <a:gdLst>
              <a:gd name="connsiteX0" fmla="*/ 0 w 1287780"/>
              <a:gd name="connsiteY0" fmla="*/ 0 h 4297680"/>
              <a:gd name="connsiteX1" fmla="*/ 1280160 w 1287780"/>
              <a:gd name="connsiteY1" fmla="*/ 464820 h 4297680"/>
              <a:gd name="connsiteX2" fmla="*/ 1287780 w 1287780"/>
              <a:gd name="connsiteY2" fmla="*/ 4297680 h 4297680"/>
              <a:gd name="connsiteX3" fmla="*/ 137160 w 1287780"/>
              <a:gd name="connsiteY3" fmla="*/ 3695700 h 4297680"/>
              <a:gd name="connsiteX4" fmla="*/ 0 w 1287780"/>
              <a:gd name="connsiteY4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80" h="4297680">
                <a:moveTo>
                  <a:pt x="0" y="0"/>
                </a:moveTo>
                <a:lnTo>
                  <a:pt x="1280160" y="464820"/>
                </a:lnTo>
                <a:lnTo>
                  <a:pt x="1287780" y="4297680"/>
                </a:lnTo>
                <a:lnTo>
                  <a:pt x="137160" y="36957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D1CB95C-4E01-FABF-AA2E-7061D1BC12A3}"/>
              </a:ext>
            </a:extLst>
          </p:cNvPr>
          <p:cNvSpPr/>
          <p:nvPr/>
        </p:nvSpPr>
        <p:spPr>
          <a:xfrm>
            <a:off x="3604260" y="525780"/>
            <a:ext cx="4312920" cy="1920240"/>
          </a:xfrm>
          <a:custGeom>
            <a:avLst/>
            <a:gdLst>
              <a:gd name="connsiteX0" fmla="*/ 0 w 4312920"/>
              <a:gd name="connsiteY0" fmla="*/ 1455420 h 1920240"/>
              <a:gd name="connsiteX1" fmla="*/ 3070860 w 4312920"/>
              <a:gd name="connsiteY1" fmla="*/ 0 h 1920240"/>
              <a:gd name="connsiteX2" fmla="*/ 4312920 w 4312920"/>
              <a:gd name="connsiteY2" fmla="*/ 403860 h 1920240"/>
              <a:gd name="connsiteX3" fmla="*/ 1280160 w 4312920"/>
              <a:gd name="connsiteY3" fmla="*/ 1920240 h 1920240"/>
              <a:gd name="connsiteX4" fmla="*/ 0 w 4312920"/>
              <a:gd name="connsiteY4" fmla="*/ 1455420 h 192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2920" h="1920240">
                <a:moveTo>
                  <a:pt x="0" y="1455420"/>
                </a:moveTo>
                <a:lnTo>
                  <a:pt x="3070860" y="0"/>
                </a:lnTo>
                <a:lnTo>
                  <a:pt x="4312920" y="403860"/>
                </a:lnTo>
                <a:lnTo>
                  <a:pt x="1280160" y="1920240"/>
                </a:lnTo>
                <a:lnTo>
                  <a:pt x="0" y="14554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7517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FACD-54A0-4B70-A676-D2C77EBB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D2EFC6-3CED-0DFC-48A3-2CB50757E1F8}"/>
              </a:ext>
            </a:extLst>
          </p:cNvPr>
          <p:cNvSpPr/>
          <p:nvPr/>
        </p:nvSpPr>
        <p:spPr>
          <a:xfrm>
            <a:off x="2407920" y="2636520"/>
            <a:ext cx="5897880" cy="3505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7FBF6-B599-F692-D709-626DD67EB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1A173-FC91-6C35-86E3-E54B1D52B260}"/>
              </a:ext>
            </a:extLst>
          </p:cNvPr>
          <p:cNvSpPr txBox="1"/>
          <p:nvPr/>
        </p:nvSpPr>
        <p:spPr>
          <a:xfrm>
            <a:off x="2407920" y="1327845"/>
            <a:ext cx="77419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D Wahl / A </a:t>
            </a:r>
            <a:r>
              <a:rPr lang="en-US" dirty="0" err="1"/>
              <a:t>Andreevski</a:t>
            </a:r>
            <a:r>
              <a:rPr lang="en-US" dirty="0"/>
              <a:t> / C Asmussen / K Shadley</a:t>
            </a:r>
          </a:p>
          <a:p>
            <a:endParaRPr lang="en-US" dirty="0"/>
          </a:p>
          <a:p>
            <a:r>
              <a:rPr lang="en-US" dirty="0"/>
              <a:t>3.6V 1.5Ah 5Nm (44 in-</a:t>
            </a:r>
            <a:r>
              <a:rPr lang="en-US" dirty="0" err="1"/>
              <a:t>lbs</a:t>
            </a:r>
            <a:r>
              <a:rPr lang="en-US" dirty="0"/>
              <a:t>) 200 rpm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             Incl. 1x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     Excl.     USB-C 	             5 VDC Min 1A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r>
              <a:rPr lang="en-US" dirty="0">
                <a:solidFill>
                  <a:schemeClr val="bg1"/>
                </a:solidFill>
              </a:rPr>
              <a:t>	        1x		             1x</a:t>
            </a:r>
            <a:r>
              <a:rPr lang="en-US" dirty="0"/>
              <a:t>		</a:t>
            </a:r>
            <a:endParaRPr lang="nb-NO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7D3DBE-B4C7-71D1-E926-A1AF624386CC}"/>
              </a:ext>
            </a:extLst>
          </p:cNvPr>
          <p:cNvCxnSpPr>
            <a:cxnSpLocks/>
          </p:cNvCxnSpPr>
          <p:nvPr/>
        </p:nvCxnSpPr>
        <p:spPr>
          <a:xfrm>
            <a:off x="2407920" y="1767840"/>
            <a:ext cx="5897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376618-04F8-0332-382E-961EBC0654C4}"/>
              </a:ext>
            </a:extLst>
          </p:cNvPr>
          <p:cNvCxnSpPr>
            <a:cxnSpLocks/>
          </p:cNvCxnSpPr>
          <p:nvPr/>
        </p:nvCxnSpPr>
        <p:spPr>
          <a:xfrm>
            <a:off x="2407920" y="2316480"/>
            <a:ext cx="5897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6F1829-E8DA-1302-1999-BEBEF0FAAC5F}"/>
              </a:ext>
            </a:extLst>
          </p:cNvPr>
          <p:cNvCxnSpPr>
            <a:cxnSpLocks/>
            <a:stCxn id="39" idx="2"/>
          </p:cNvCxnSpPr>
          <p:nvPr/>
        </p:nvCxnSpPr>
        <p:spPr>
          <a:xfrm flipV="1">
            <a:off x="4095015" y="3099435"/>
            <a:ext cx="124560" cy="1747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0F4767-C1DC-ABE7-9C73-F1190C776147}"/>
              </a:ext>
            </a:extLst>
          </p:cNvPr>
          <p:cNvCxnSpPr>
            <a:cxnSpLocks/>
          </p:cNvCxnSpPr>
          <p:nvPr/>
        </p:nvCxnSpPr>
        <p:spPr>
          <a:xfrm flipV="1">
            <a:off x="4246129" y="3204509"/>
            <a:ext cx="162041" cy="2106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C6ED0FB-09AA-A3B9-AEEA-ACAA2F13B16A}"/>
              </a:ext>
            </a:extLst>
          </p:cNvPr>
          <p:cNvCxnSpPr>
            <a:cxnSpLocks/>
          </p:cNvCxnSpPr>
          <p:nvPr/>
        </p:nvCxnSpPr>
        <p:spPr>
          <a:xfrm>
            <a:off x="4408170" y="3206414"/>
            <a:ext cx="2514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37413F2-22AA-1B7B-2712-2F7A24BC5414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4408170" y="3013710"/>
            <a:ext cx="2240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9B30088-9A3B-D539-588A-536AED89CBBA}"/>
              </a:ext>
            </a:extLst>
          </p:cNvPr>
          <p:cNvSpPr/>
          <p:nvPr/>
        </p:nvSpPr>
        <p:spPr>
          <a:xfrm>
            <a:off x="4219575" y="3013710"/>
            <a:ext cx="188595" cy="85725"/>
          </a:xfrm>
          <a:custGeom>
            <a:avLst/>
            <a:gdLst>
              <a:gd name="connsiteX0" fmla="*/ 0 w 188595"/>
              <a:gd name="connsiteY0" fmla="*/ 85725 h 85725"/>
              <a:gd name="connsiteX1" fmla="*/ 78105 w 188595"/>
              <a:gd name="connsiteY1" fmla="*/ 15240 h 85725"/>
              <a:gd name="connsiteX2" fmla="*/ 188595 w 18859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595" h="85725">
                <a:moveTo>
                  <a:pt x="0" y="85725"/>
                </a:moveTo>
                <a:cubicBezTo>
                  <a:pt x="23336" y="57626"/>
                  <a:pt x="46673" y="29527"/>
                  <a:pt x="78105" y="15240"/>
                </a:cubicBezTo>
                <a:cubicBezTo>
                  <a:pt x="109537" y="953"/>
                  <a:pt x="149066" y="476"/>
                  <a:pt x="188595" y="0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31F62ED-5EE8-8445-E8BC-BE9CD65BAA31}"/>
              </a:ext>
            </a:extLst>
          </p:cNvPr>
          <p:cNvSpPr/>
          <p:nvPr/>
        </p:nvSpPr>
        <p:spPr>
          <a:xfrm rot="2064123" flipH="1" flipV="1">
            <a:off x="4079241" y="3214912"/>
            <a:ext cx="180374" cy="220518"/>
          </a:xfrm>
          <a:prstGeom prst="arc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6E6E5E7C-5B5E-2E5A-89A5-0EAFF91A9774}"/>
              </a:ext>
            </a:extLst>
          </p:cNvPr>
          <p:cNvSpPr/>
          <p:nvPr/>
        </p:nvSpPr>
        <p:spPr>
          <a:xfrm rot="18588241" flipH="1" flipV="1">
            <a:off x="4073510" y="3234119"/>
            <a:ext cx="180374" cy="220518"/>
          </a:xfrm>
          <a:prstGeom prst="arc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0DBB46A5-6C9C-9F63-AE6A-3DFDFF92BA6E}"/>
              </a:ext>
            </a:extLst>
          </p:cNvPr>
          <p:cNvSpPr/>
          <p:nvPr/>
        </p:nvSpPr>
        <p:spPr>
          <a:xfrm rot="10800000" flipH="1" flipV="1">
            <a:off x="4504673" y="3013710"/>
            <a:ext cx="255085" cy="220518"/>
          </a:xfrm>
          <a:prstGeom prst="arc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8DCB75CF-35C6-5AC4-C993-9FF15B9AA615}"/>
              </a:ext>
            </a:extLst>
          </p:cNvPr>
          <p:cNvSpPr/>
          <p:nvPr/>
        </p:nvSpPr>
        <p:spPr>
          <a:xfrm rot="16200000" flipH="1" flipV="1">
            <a:off x="4559312" y="3005016"/>
            <a:ext cx="180374" cy="220518"/>
          </a:xfrm>
          <a:prstGeom prst="arc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D80746-5E2B-0DDB-5314-C4F624B4A015}"/>
              </a:ext>
            </a:extLst>
          </p:cNvPr>
          <p:cNvSpPr/>
          <p:nvPr/>
        </p:nvSpPr>
        <p:spPr>
          <a:xfrm>
            <a:off x="3941445" y="4478655"/>
            <a:ext cx="563228" cy="33527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461458B-C839-17BC-05CB-ACFE0C4A671D}"/>
              </a:ext>
            </a:extLst>
          </p:cNvPr>
          <p:cNvSpPr/>
          <p:nvPr/>
        </p:nvSpPr>
        <p:spPr>
          <a:xfrm>
            <a:off x="4511040" y="4503420"/>
            <a:ext cx="731520" cy="398892"/>
          </a:xfrm>
          <a:custGeom>
            <a:avLst/>
            <a:gdLst>
              <a:gd name="connsiteX0" fmla="*/ 0 w 731520"/>
              <a:gd name="connsiteY0" fmla="*/ 150495 h 398892"/>
              <a:gd name="connsiteX1" fmla="*/ 19050 w 731520"/>
              <a:gd name="connsiteY1" fmla="*/ 144780 h 398892"/>
              <a:gd name="connsiteX2" fmla="*/ 30480 w 731520"/>
              <a:gd name="connsiteY2" fmla="*/ 142875 h 398892"/>
              <a:gd name="connsiteX3" fmla="*/ 81915 w 731520"/>
              <a:gd name="connsiteY3" fmla="*/ 148590 h 398892"/>
              <a:gd name="connsiteX4" fmla="*/ 97155 w 731520"/>
              <a:gd name="connsiteY4" fmla="*/ 150495 h 398892"/>
              <a:gd name="connsiteX5" fmla="*/ 120015 w 731520"/>
              <a:gd name="connsiteY5" fmla="*/ 163830 h 398892"/>
              <a:gd name="connsiteX6" fmla="*/ 129540 w 731520"/>
              <a:gd name="connsiteY6" fmla="*/ 169545 h 398892"/>
              <a:gd name="connsiteX7" fmla="*/ 140970 w 731520"/>
              <a:gd name="connsiteY7" fmla="*/ 184785 h 398892"/>
              <a:gd name="connsiteX8" fmla="*/ 144780 w 731520"/>
              <a:gd name="connsiteY8" fmla="*/ 198120 h 398892"/>
              <a:gd name="connsiteX9" fmla="*/ 148590 w 731520"/>
              <a:gd name="connsiteY9" fmla="*/ 207645 h 398892"/>
              <a:gd name="connsiteX10" fmla="*/ 150495 w 731520"/>
              <a:gd name="connsiteY10" fmla="*/ 215265 h 398892"/>
              <a:gd name="connsiteX11" fmla="*/ 158115 w 731520"/>
              <a:gd name="connsiteY11" fmla="*/ 236220 h 398892"/>
              <a:gd name="connsiteX12" fmla="*/ 160020 w 731520"/>
              <a:gd name="connsiteY12" fmla="*/ 245745 h 398892"/>
              <a:gd name="connsiteX13" fmla="*/ 169545 w 731520"/>
              <a:gd name="connsiteY13" fmla="*/ 264795 h 398892"/>
              <a:gd name="connsiteX14" fmla="*/ 173355 w 731520"/>
              <a:gd name="connsiteY14" fmla="*/ 274320 h 398892"/>
              <a:gd name="connsiteX15" fmla="*/ 179070 w 731520"/>
              <a:gd name="connsiteY15" fmla="*/ 285750 h 398892"/>
              <a:gd name="connsiteX16" fmla="*/ 184785 w 731520"/>
              <a:gd name="connsiteY16" fmla="*/ 299085 h 398892"/>
              <a:gd name="connsiteX17" fmla="*/ 205740 w 731520"/>
              <a:gd name="connsiteY17" fmla="*/ 337185 h 398892"/>
              <a:gd name="connsiteX18" fmla="*/ 236220 w 731520"/>
              <a:gd name="connsiteY18" fmla="*/ 394335 h 398892"/>
              <a:gd name="connsiteX19" fmla="*/ 241935 w 731520"/>
              <a:gd name="connsiteY19" fmla="*/ 398145 h 398892"/>
              <a:gd name="connsiteX20" fmla="*/ 323850 w 731520"/>
              <a:gd name="connsiteY20" fmla="*/ 396240 h 398892"/>
              <a:gd name="connsiteX21" fmla="*/ 371475 w 731520"/>
              <a:gd name="connsiteY21" fmla="*/ 361950 h 398892"/>
              <a:gd name="connsiteX22" fmla="*/ 379095 w 731520"/>
              <a:gd name="connsiteY22" fmla="*/ 346710 h 398892"/>
              <a:gd name="connsiteX23" fmla="*/ 388620 w 731520"/>
              <a:gd name="connsiteY23" fmla="*/ 318135 h 398892"/>
              <a:gd name="connsiteX24" fmla="*/ 396240 w 731520"/>
              <a:gd name="connsiteY24" fmla="*/ 276225 h 398892"/>
              <a:gd name="connsiteX25" fmla="*/ 403860 w 731520"/>
              <a:gd name="connsiteY25" fmla="*/ 257175 h 398892"/>
              <a:gd name="connsiteX26" fmla="*/ 409575 w 731520"/>
              <a:gd name="connsiteY26" fmla="*/ 232410 h 398892"/>
              <a:gd name="connsiteX27" fmla="*/ 417195 w 731520"/>
              <a:gd name="connsiteY27" fmla="*/ 207645 h 398892"/>
              <a:gd name="connsiteX28" fmla="*/ 426720 w 731520"/>
              <a:gd name="connsiteY28" fmla="*/ 173355 h 398892"/>
              <a:gd name="connsiteX29" fmla="*/ 428625 w 731520"/>
              <a:gd name="connsiteY29" fmla="*/ 156210 h 398892"/>
              <a:gd name="connsiteX30" fmla="*/ 445770 w 731520"/>
              <a:gd name="connsiteY30" fmla="*/ 110490 h 398892"/>
              <a:gd name="connsiteX31" fmla="*/ 457200 w 731520"/>
              <a:gd name="connsiteY31" fmla="*/ 70485 h 398892"/>
              <a:gd name="connsiteX32" fmla="*/ 485775 w 731520"/>
              <a:gd name="connsiteY32" fmla="*/ 20955 h 398892"/>
              <a:gd name="connsiteX33" fmla="*/ 487680 w 731520"/>
              <a:gd name="connsiteY33" fmla="*/ 11430 h 398892"/>
              <a:gd name="connsiteX34" fmla="*/ 539115 w 731520"/>
              <a:gd name="connsiteY34" fmla="*/ 0 h 398892"/>
              <a:gd name="connsiteX35" fmla="*/ 558165 w 731520"/>
              <a:gd name="connsiteY35" fmla="*/ 7620 h 398892"/>
              <a:gd name="connsiteX36" fmla="*/ 567690 w 731520"/>
              <a:gd name="connsiteY36" fmla="*/ 15240 h 398892"/>
              <a:gd name="connsiteX37" fmla="*/ 573405 w 731520"/>
              <a:gd name="connsiteY37" fmla="*/ 19050 h 398892"/>
              <a:gd name="connsiteX38" fmla="*/ 590550 w 731520"/>
              <a:gd name="connsiteY38" fmla="*/ 40005 h 398892"/>
              <a:gd name="connsiteX39" fmla="*/ 594360 w 731520"/>
              <a:gd name="connsiteY39" fmla="*/ 49530 h 398892"/>
              <a:gd name="connsiteX40" fmla="*/ 600075 w 731520"/>
              <a:gd name="connsiteY40" fmla="*/ 87630 h 398892"/>
              <a:gd name="connsiteX41" fmla="*/ 603885 w 731520"/>
              <a:gd name="connsiteY41" fmla="*/ 116205 h 398892"/>
              <a:gd name="connsiteX42" fmla="*/ 609600 w 731520"/>
              <a:gd name="connsiteY42" fmla="*/ 129540 h 398892"/>
              <a:gd name="connsiteX43" fmla="*/ 622935 w 731520"/>
              <a:gd name="connsiteY43" fmla="*/ 152400 h 398892"/>
              <a:gd name="connsiteX44" fmla="*/ 636270 w 731520"/>
              <a:gd name="connsiteY44" fmla="*/ 163830 h 398892"/>
              <a:gd name="connsiteX45" fmla="*/ 651510 w 731520"/>
              <a:gd name="connsiteY45" fmla="*/ 167640 h 398892"/>
              <a:gd name="connsiteX46" fmla="*/ 691515 w 731520"/>
              <a:gd name="connsiteY46" fmla="*/ 165735 h 398892"/>
              <a:gd name="connsiteX47" fmla="*/ 702945 w 731520"/>
              <a:gd name="connsiteY47" fmla="*/ 161925 h 398892"/>
              <a:gd name="connsiteX48" fmla="*/ 731520 w 731520"/>
              <a:gd name="connsiteY48" fmla="*/ 161925 h 398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731520" h="398892">
                <a:moveTo>
                  <a:pt x="0" y="150495"/>
                </a:moveTo>
                <a:cubicBezTo>
                  <a:pt x="33643" y="143766"/>
                  <a:pt x="-15411" y="154178"/>
                  <a:pt x="19050" y="144780"/>
                </a:cubicBezTo>
                <a:cubicBezTo>
                  <a:pt x="22776" y="143764"/>
                  <a:pt x="26670" y="143510"/>
                  <a:pt x="30480" y="142875"/>
                </a:cubicBezTo>
                <a:lnTo>
                  <a:pt x="81915" y="148590"/>
                </a:lnTo>
                <a:cubicBezTo>
                  <a:pt x="87001" y="149171"/>
                  <a:pt x="92269" y="148968"/>
                  <a:pt x="97155" y="150495"/>
                </a:cubicBezTo>
                <a:cubicBezTo>
                  <a:pt x="110783" y="154754"/>
                  <a:pt x="110340" y="157380"/>
                  <a:pt x="120015" y="163830"/>
                </a:cubicBezTo>
                <a:cubicBezTo>
                  <a:pt x="123096" y="165884"/>
                  <a:pt x="126365" y="167640"/>
                  <a:pt x="129540" y="169545"/>
                </a:cubicBezTo>
                <a:cubicBezTo>
                  <a:pt x="131409" y="171881"/>
                  <a:pt x="138948" y="180741"/>
                  <a:pt x="140970" y="184785"/>
                </a:cubicBezTo>
                <a:cubicBezTo>
                  <a:pt x="142805" y="188454"/>
                  <a:pt x="143559" y="194458"/>
                  <a:pt x="144780" y="198120"/>
                </a:cubicBezTo>
                <a:cubicBezTo>
                  <a:pt x="145861" y="201364"/>
                  <a:pt x="147509" y="204401"/>
                  <a:pt x="148590" y="207645"/>
                </a:cubicBezTo>
                <a:cubicBezTo>
                  <a:pt x="149418" y="210129"/>
                  <a:pt x="149667" y="212781"/>
                  <a:pt x="150495" y="215265"/>
                </a:cubicBezTo>
                <a:cubicBezTo>
                  <a:pt x="155608" y="230604"/>
                  <a:pt x="153445" y="219098"/>
                  <a:pt x="158115" y="236220"/>
                </a:cubicBezTo>
                <a:cubicBezTo>
                  <a:pt x="158967" y="239344"/>
                  <a:pt x="159090" y="242644"/>
                  <a:pt x="160020" y="245745"/>
                </a:cubicBezTo>
                <a:cubicBezTo>
                  <a:pt x="163690" y="257979"/>
                  <a:pt x="163711" y="253127"/>
                  <a:pt x="169545" y="264795"/>
                </a:cubicBezTo>
                <a:cubicBezTo>
                  <a:pt x="171074" y="267854"/>
                  <a:pt x="171940" y="271207"/>
                  <a:pt x="173355" y="274320"/>
                </a:cubicBezTo>
                <a:cubicBezTo>
                  <a:pt x="175118" y="278198"/>
                  <a:pt x="177285" y="281882"/>
                  <a:pt x="179070" y="285750"/>
                </a:cubicBezTo>
                <a:cubicBezTo>
                  <a:pt x="181097" y="290141"/>
                  <a:pt x="182559" y="294792"/>
                  <a:pt x="184785" y="299085"/>
                </a:cubicBezTo>
                <a:cubicBezTo>
                  <a:pt x="191457" y="311952"/>
                  <a:pt x="199792" y="323967"/>
                  <a:pt x="205740" y="337185"/>
                </a:cubicBezTo>
                <a:cubicBezTo>
                  <a:pt x="207302" y="340657"/>
                  <a:pt x="225342" y="387083"/>
                  <a:pt x="236220" y="394335"/>
                </a:cubicBezTo>
                <a:lnTo>
                  <a:pt x="241935" y="398145"/>
                </a:lnTo>
                <a:cubicBezTo>
                  <a:pt x="269240" y="397510"/>
                  <a:pt x="297000" y="401246"/>
                  <a:pt x="323850" y="396240"/>
                </a:cubicBezTo>
                <a:cubicBezTo>
                  <a:pt x="337736" y="393651"/>
                  <a:pt x="360104" y="372058"/>
                  <a:pt x="371475" y="361950"/>
                </a:cubicBezTo>
                <a:cubicBezTo>
                  <a:pt x="374015" y="356870"/>
                  <a:pt x="377025" y="351999"/>
                  <a:pt x="379095" y="346710"/>
                </a:cubicBezTo>
                <a:cubicBezTo>
                  <a:pt x="382754" y="337360"/>
                  <a:pt x="388620" y="318135"/>
                  <a:pt x="388620" y="318135"/>
                </a:cubicBezTo>
                <a:cubicBezTo>
                  <a:pt x="390112" y="308436"/>
                  <a:pt x="392867" y="286906"/>
                  <a:pt x="396240" y="276225"/>
                </a:cubicBezTo>
                <a:cubicBezTo>
                  <a:pt x="398299" y="269703"/>
                  <a:pt x="401869" y="263718"/>
                  <a:pt x="403860" y="257175"/>
                </a:cubicBezTo>
                <a:cubicBezTo>
                  <a:pt x="406327" y="249070"/>
                  <a:pt x="407373" y="240591"/>
                  <a:pt x="409575" y="232410"/>
                </a:cubicBezTo>
                <a:cubicBezTo>
                  <a:pt x="411820" y="224070"/>
                  <a:pt x="414655" y="215900"/>
                  <a:pt x="417195" y="207645"/>
                </a:cubicBezTo>
                <a:cubicBezTo>
                  <a:pt x="422079" y="163689"/>
                  <a:pt x="414276" y="218154"/>
                  <a:pt x="426720" y="173355"/>
                </a:cubicBezTo>
                <a:cubicBezTo>
                  <a:pt x="428259" y="167815"/>
                  <a:pt x="427230" y="161788"/>
                  <a:pt x="428625" y="156210"/>
                </a:cubicBezTo>
                <a:cubicBezTo>
                  <a:pt x="442710" y="99871"/>
                  <a:pt x="432464" y="150408"/>
                  <a:pt x="445770" y="110490"/>
                </a:cubicBezTo>
                <a:cubicBezTo>
                  <a:pt x="450156" y="97333"/>
                  <a:pt x="450516" y="82637"/>
                  <a:pt x="457200" y="70485"/>
                </a:cubicBezTo>
                <a:cubicBezTo>
                  <a:pt x="480362" y="28373"/>
                  <a:pt x="470115" y="44445"/>
                  <a:pt x="485775" y="20955"/>
                </a:cubicBezTo>
                <a:cubicBezTo>
                  <a:pt x="486410" y="17780"/>
                  <a:pt x="484732" y="12770"/>
                  <a:pt x="487680" y="11430"/>
                </a:cubicBezTo>
                <a:cubicBezTo>
                  <a:pt x="498538" y="6494"/>
                  <a:pt x="523435" y="2613"/>
                  <a:pt x="539115" y="0"/>
                </a:cubicBezTo>
                <a:cubicBezTo>
                  <a:pt x="547880" y="2191"/>
                  <a:pt x="549254" y="1949"/>
                  <a:pt x="558165" y="7620"/>
                </a:cubicBezTo>
                <a:cubicBezTo>
                  <a:pt x="561595" y="9803"/>
                  <a:pt x="564437" y="12800"/>
                  <a:pt x="567690" y="15240"/>
                </a:cubicBezTo>
                <a:cubicBezTo>
                  <a:pt x="569522" y="16614"/>
                  <a:pt x="571786" y="17431"/>
                  <a:pt x="573405" y="19050"/>
                </a:cubicBezTo>
                <a:cubicBezTo>
                  <a:pt x="574991" y="20636"/>
                  <a:pt x="587492" y="33889"/>
                  <a:pt x="590550" y="40005"/>
                </a:cubicBezTo>
                <a:cubicBezTo>
                  <a:pt x="592079" y="43064"/>
                  <a:pt x="593090" y="46355"/>
                  <a:pt x="594360" y="49530"/>
                </a:cubicBezTo>
                <a:cubicBezTo>
                  <a:pt x="598156" y="87494"/>
                  <a:pt x="593748" y="49668"/>
                  <a:pt x="600075" y="87630"/>
                </a:cubicBezTo>
                <a:cubicBezTo>
                  <a:pt x="600310" y="89040"/>
                  <a:pt x="603209" y="113840"/>
                  <a:pt x="603885" y="116205"/>
                </a:cubicBezTo>
                <a:cubicBezTo>
                  <a:pt x="605214" y="120855"/>
                  <a:pt x="607555" y="125158"/>
                  <a:pt x="609600" y="129540"/>
                </a:cubicBezTo>
                <a:cubicBezTo>
                  <a:pt x="614240" y="139483"/>
                  <a:pt x="616272" y="144785"/>
                  <a:pt x="622935" y="152400"/>
                </a:cubicBezTo>
                <a:cubicBezTo>
                  <a:pt x="626580" y="156566"/>
                  <a:pt x="631131" y="161261"/>
                  <a:pt x="636270" y="163830"/>
                </a:cubicBezTo>
                <a:cubicBezTo>
                  <a:pt x="640175" y="165783"/>
                  <a:pt x="647887" y="166915"/>
                  <a:pt x="651510" y="167640"/>
                </a:cubicBezTo>
                <a:cubicBezTo>
                  <a:pt x="664845" y="167005"/>
                  <a:pt x="678247" y="167209"/>
                  <a:pt x="691515" y="165735"/>
                </a:cubicBezTo>
                <a:cubicBezTo>
                  <a:pt x="695507" y="165291"/>
                  <a:pt x="698947" y="162306"/>
                  <a:pt x="702945" y="161925"/>
                </a:cubicBezTo>
                <a:cubicBezTo>
                  <a:pt x="712427" y="161022"/>
                  <a:pt x="721995" y="161925"/>
                  <a:pt x="731520" y="161925"/>
                </a:cubicBez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A6FE2D-BED0-3109-DB53-B335F384746C}"/>
              </a:ext>
            </a:extLst>
          </p:cNvPr>
          <p:cNvSpPr/>
          <p:nvPr/>
        </p:nvSpPr>
        <p:spPr>
          <a:xfrm>
            <a:off x="3800475" y="4552950"/>
            <a:ext cx="134603" cy="20002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836F33F-EEA4-E8A5-90DB-D360F19FE701}"/>
              </a:ext>
            </a:extLst>
          </p:cNvPr>
          <p:cNvSpPr/>
          <p:nvPr/>
        </p:nvSpPr>
        <p:spPr>
          <a:xfrm>
            <a:off x="5869305" y="4297680"/>
            <a:ext cx="1066800" cy="56578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D9BBA7-0911-8B20-FB16-61EBBF697C46}"/>
              </a:ext>
            </a:extLst>
          </p:cNvPr>
          <p:cNvSpPr/>
          <p:nvPr/>
        </p:nvSpPr>
        <p:spPr>
          <a:xfrm>
            <a:off x="5975985" y="4863465"/>
            <a:ext cx="459105" cy="27241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86365A5-A475-313E-4BE7-4241B5B2496D}"/>
              </a:ext>
            </a:extLst>
          </p:cNvPr>
          <p:cNvCxnSpPr>
            <a:cxnSpLocks/>
          </p:cNvCxnSpPr>
          <p:nvPr/>
        </p:nvCxnSpPr>
        <p:spPr>
          <a:xfrm>
            <a:off x="6092190" y="5135880"/>
            <a:ext cx="0" cy="1200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F5FFAF0-DFC7-EF09-73DA-D391A0FBA31C}"/>
              </a:ext>
            </a:extLst>
          </p:cNvPr>
          <p:cNvCxnSpPr>
            <a:cxnSpLocks/>
          </p:cNvCxnSpPr>
          <p:nvPr/>
        </p:nvCxnSpPr>
        <p:spPr>
          <a:xfrm>
            <a:off x="6313170" y="5135880"/>
            <a:ext cx="0" cy="1200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A145514-4DBE-3F48-A59F-70A98F517CBB}"/>
              </a:ext>
            </a:extLst>
          </p:cNvPr>
          <p:cNvSpPr/>
          <p:nvPr/>
        </p:nvSpPr>
        <p:spPr>
          <a:xfrm>
            <a:off x="4759758" y="3099435"/>
            <a:ext cx="115137" cy="45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0905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F317-6D02-CD1F-9787-7209EF17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AA2C-C010-F546-B65B-01AF4EE64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6134D-C9BF-3775-D8B5-D0CCB927B604}"/>
              </a:ext>
            </a:extLst>
          </p:cNvPr>
          <p:cNvSpPr txBox="1"/>
          <p:nvPr/>
        </p:nvSpPr>
        <p:spPr>
          <a:xfrm>
            <a:off x="2781300" y="1353976"/>
            <a:ext cx="9502140" cy="4768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705">
              <a:spcBef>
                <a:spcPts val="650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TRIXIG</a:t>
            </a:r>
            <a:r>
              <a:rPr lang="nn-NO" sz="1400" b="1" spc="19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batteridrevet</a:t>
            </a:r>
            <a:r>
              <a:rPr lang="nn-NO" sz="1400" b="1" spc="2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skrutrekker</a:t>
            </a:r>
            <a:r>
              <a:rPr lang="nn-NO" sz="1400" b="1" spc="17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3.6</a:t>
            </a:r>
            <a:r>
              <a:rPr lang="nn-NO" sz="1400" b="1" spc="9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5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V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>
              <a:spcBef>
                <a:spcPts val="55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52705">
              <a:lnSpc>
                <a:spcPts val="630"/>
              </a:lnSpc>
              <a:buNone/>
            </a:pPr>
            <a:r>
              <a:rPr lang="nn-NO" sz="1400" b="1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TEKNISKE</a:t>
            </a:r>
            <a:r>
              <a:rPr lang="nn-NO" sz="1400" b="1" spc="3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SPESIFIKASJONER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46990" marR="2367280" indent="2540">
              <a:lnSpc>
                <a:spcPct val="98000"/>
              </a:lnSpc>
              <a:spcBef>
                <a:spcPts val="5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Modell</a:t>
            </a:r>
            <a:r>
              <a:rPr lang="nn-NO" sz="1400" b="1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:</a:t>
            </a:r>
            <a:r>
              <a:rPr lang="nn-NO" sz="1400" b="1" spc="-95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TRIXIG</a:t>
            </a:r>
            <a:r>
              <a:rPr lang="nn-NO" sz="1400" spc="2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</a:p>
          <a:p>
            <a:pPr marL="46990" marR="2367280" indent="2540">
              <a:lnSpc>
                <a:spcPct val="98000"/>
              </a:lnSpc>
              <a:spcBef>
                <a:spcPts val="5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Type:</a:t>
            </a:r>
            <a:r>
              <a:rPr lang="nn-NO" sz="1400" b="1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P2201</a:t>
            </a:r>
            <a:r>
              <a:rPr lang="nn-NO" sz="1400" spc="2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</a:p>
          <a:p>
            <a:pPr marL="46990" marR="2367280" indent="2540">
              <a:lnSpc>
                <a:spcPct val="98000"/>
              </a:lnSpc>
              <a:spcBef>
                <a:spcPts val="5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Spenning:</a:t>
            </a:r>
            <a:r>
              <a:rPr lang="nn-NO" sz="1400" b="1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3.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6</a:t>
            </a:r>
            <a:r>
              <a:rPr lang="nn-NO" sz="1400" spc="-6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Vdc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.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45720" marR="1612265" indent="3175">
              <a:lnSpc>
                <a:spcPct val="93000"/>
              </a:lnSpc>
              <a:spcBef>
                <a:spcPts val="45"/>
              </a:spcBef>
              <a:buNone/>
            </a:pPr>
            <a:r>
              <a:rPr lang="nn-NO" sz="1400" b="1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Batteritype</a:t>
            </a:r>
            <a:r>
              <a:rPr lang="nn-NO" sz="1400" b="1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: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.5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Ah/ 5</a:t>
            </a: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.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4Wh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Litium-ion</a:t>
            </a:r>
            <a:r>
              <a:rPr lang="nn-NO" sz="1400" spc="2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</a:p>
          <a:p>
            <a:pPr marL="45720" marR="1612265" indent="3175">
              <a:lnSpc>
                <a:spcPct val="93000"/>
              </a:lnSpc>
              <a:spcBef>
                <a:spcPts val="45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Ladetid:</a:t>
            </a:r>
            <a:r>
              <a:rPr lang="nn-NO" sz="1400" b="1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&lt;3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00</a:t>
            </a:r>
            <a:r>
              <a:rPr lang="nn-NO" sz="1400" spc="-5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Min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42545" marR="1612265" indent="2540">
              <a:lnSpc>
                <a:spcPct val="97000"/>
              </a:lnSpc>
              <a:spcBef>
                <a:spcPts val="25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Maks</a:t>
            </a:r>
            <a:r>
              <a:rPr lang="nn-NO" sz="1400" b="1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hardt</a:t>
            </a:r>
            <a:r>
              <a:rPr lang="nn-NO" sz="1400" b="1" spc="-6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dreiemoment: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ca.</a:t>
            </a:r>
            <a:r>
              <a:rPr lang="nn-NO" sz="1400" spc="-1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i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5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Nm</a:t>
            </a:r>
            <a:r>
              <a:rPr lang="nn-NO" sz="1400" spc="2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</a:p>
          <a:p>
            <a:pPr marL="42545" marR="1612265" indent="2540">
              <a:lnSpc>
                <a:spcPct val="97000"/>
              </a:lnSpc>
              <a:spcBef>
                <a:spcPts val="25"/>
              </a:spcBef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Maks ingen </a:t>
            </a:r>
            <a:r>
              <a:rPr lang="nn-NO" sz="1400" b="1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lasthastlghet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:</a:t>
            </a:r>
            <a:r>
              <a:rPr lang="nn-NO" sz="1400" b="1" spc="-10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200/min</a:t>
            </a:r>
            <a:r>
              <a:rPr lang="nn-NO" sz="1400" spc="2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</a:p>
          <a:p>
            <a:pPr marL="42545" marR="1612265" indent="2540">
              <a:lnSpc>
                <a:spcPct val="97000"/>
              </a:lnSpc>
              <a:spcBef>
                <a:spcPts val="25"/>
              </a:spcBef>
              <a:buNone/>
            </a:pPr>
            <a:r>
              <a:rPr lang="nn-NO" sz="1400" b="1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Bitholder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: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6.35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mm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(1/4")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>
              <a:spcBef>
                <a:spcPts val="5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45085">
              <a:lnSpc>
                <a:spcPts val="650"/>
              </a:lnSpc>
              <a:buNone/>
            </a:pPr>
            <a:r>
              <a:rPr lang="nn-NO" sz="1400" b="1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Vlbrasjon</a:t>
            </a:r>
            <a:r>
              <a:rPr lang="nn-NO" sz="1400" spc="-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(I</a:t>
            </a:r>
            <a:r>
              <a:rPr lang="nn-NO" sz="1400" spc="-3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henhold</a:t>
            </a:r>
            <a:r>
              <a:rPr lang="nn-NO" sz="1400" spc="-3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til</a:t>
            </a:r>
            <a:r>
              <a:rPr lang="nn-NO" sz="1400" spc="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NS-EN</a:t>
            </a:r>
            <a:r>
              <a:rPr lang="nn-NO" sz="1400" spc="-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62841-1,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NS-EN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62841-2-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2):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8735">
              <a:lnSpc>
                <a:spcPts val="740"/>
              </a:lnSpc>
              <a:buNone/>
            </a:pPr>
            <a:endParaRPr lang="nn-NO" sz="1400" dirty="0">
              <a:solidFill>
                <a:srgbClr val="4F4F4F"/>
              </a:solidFill>
              <a:effectLst/>
              <a:ea typeface="Arial" panose="020B0604020202020204" pitchFamily="34" charset="0"/>
            </a:endParaRPr>
          </a:p>
          <a:p>
            <a:pPr marL="38735">
              <a:lnSpc>
                <a:spcPts val="740"/>
              </a:lnSpc>
              <a:buNone/>
            </a:pPr>
            <a:endParaRPr lang="nn-NO" sz="1400" dirty="0">
              <a:solidFill>
                <a:srgbClr val="4F4F4F"/>
              </a:solidFill>
              <a:ea typeface="Arial" panose="020B0604020202020204" pitchFamily="34" charset="0"/>
            </a:endParaRPr>
          </a:p>
          <a:p>
            <a:pPr marL="38735">
              <a:lnSpc>
                <a:spcPts val="740"/>
              </a:lnSpc>
              <a:buNone/>
            </a:pP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Skrutrekking</a:t>
            </a:r>
            <a:r>
              <a:rPr lang="nn-NO" sz="1400" spc="-1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uten</a:t>
            </a:r>
            <a:r>
              <a:rPr lang="nn-NO" sz="1400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støt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:</a:t>
            </a:r>
            <a:r>
              <a:rPr lang="nn-NO" sz="1400" spc="-8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a,=0.34</a:t>
            </a:r>
            <a:r>
              <a:rPr lang="nn-NO" sz="1400" spc="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i="1" dirty="0">
                <a:solidFill>
                  <a:srgbClr val="3B3B3B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nn-NO" sz="1400" i="1" dirty="0">
                <a:solidFill>
                  <a:srgbClr val="646464"/>
                </a:solidFill>
                <a:ea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nn-NO" sz="1400" i="1" dirty="0">
                <a:solidFill>
                  <a:srgbClr val="646464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s2</a:t>
            </a:r>
            <a:r>
              <a:rPr lang="nn-NO" sz="1400" i="1" spc="-75" dirty="0">
                <a:solidFill>
                  <a:srgbClr val="646464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K=l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.5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i="1" spc="-10" dirty="0">
                <a:solidFill>
                  <a:srgbClr val="3B3B3B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m/s</a:t>
            </a:r>
            <a:r>
              <a:rPr lang="nn-NO" sz="1400" i="1" spc="-10" dirty="0">
                <a:solidFill>
                  <a:srgbClr val="646464"/>
                </a:solidFill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nn-NO" sz="1400" i="1" spc="-10" dirty="0">
                <a:solidFill>
                  <a:srgbClr val="646464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8735">
              <a:lnSpc>
                <a:spcPts val="565"/>
              </a:lnSpc>
              <a:buNone/>
            </a:pPr>
            <a:endParaRPr lang="nn-NO" sz="1400" dirty="0">
              <a:solidFill>
                <a:srgbClr val="3B3B3B"/>
              </a:solidFill>
              <a:effectLst/>
              <a:ea typeface="Arial" panose="020B0604020202020204" pitchFamily="34" charset="0"/>
            </a:endParaRPr>
          </a:p>
          <a:p>
            <a:pPr marL="38735">
              <a:lnSpc>
                <a:spcPts val="565"/>
              </a:lnSpc>
              <a:buNone/>
            </a:pPr>
            <a:endParaRPr lang="nn-NO" sz="1400" dirty="0">
              <a:solidFill>
                <a:srgbClr val="3B3B3B"/>
              </a:solidFill>
              <a:ea typeface="Arial" panose="020B0604020202020204" pitchFamily="34" charset="0"/>
            </a:endParaRPr>
          </a:p>
          <a:p>
            <a:pPr marL="38735">
              <a:lnSpc>
                <a:spcPts val="565"/>
              </a:lnSpc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Støy</a:t>
            </a:r>
            <a:r>
              <a:rPr lang="nn-NO" sz="1400" spc="-4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(i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henhold</a:t>
            </a:r>
            <a:r>
              <a:rPr lang="nn-NO" sz="1400" spc="-4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til</a:t>
            </a:r>
            <a:r>
              <a:rPr lang="nn-NO" sz="1400" spc="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NS-EN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62841-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1):</a:t>
            </a:r>
            <a:endParaRPr lang="nn-NO" sz="1400" spc="-20" dirty="0">
              <a:solidFill>
                <a:srgbClr val="4F4F4F"/>
              </a:solidFill>
              <a:effectLst/>
              <a:ea typeface="Arial" panose="020B0604020202020204" pitchFamily="34" charset="0"/>
            </a:endParaRPr>
          </a:p>
          <a:p>
            <a:pPr marL="38735" marR="1128395">
              <a:lnSpc>
                <a:spcPct val="86000"/>
              </a:lnSpc>
              <a:spcBef>
                <a:spcPts val="5"/>
              </a:spcBef>
              <a:buNone/>
            </a:pPr>
            <a:r>
              <a:rPr lang="nn-NO" sz="1400" spc="-2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Støytrykknivå</a:t>
            </a:r>
            <a:r>
              <a:rPr lang="nn-NO" sz="1400" spc="-20" dirty="0">
                <a:solidFill>
                  <a:srgbClr val="9A9A9A"/>
                </a:solidFill>
                <a:effectLst/>
                <a:ea typeface="Arial" panose="020B0604020202020204" pitchFamily="34" charset="0"/>
              </a:rPr>
              <a:t>:</a:t>
            </a:r>
            <a:r>
              <a:rPr lang="nn-NO" sz="1400" spc="-40" dirty="0">
                <a:solidFill>
                  <a:srgbClr val="9A9A9A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 err="1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L</a:t>
            </a:r>
            <a:r>
              <a:rPr lang="nn-NO" sz="1400" spc="-20" dirty="0" err="1">
                <a:solidFill>
                  <a:srgbClr val="4F4F4F"/>
                </a:solidFill>
                <a:ea typeface="Arial" panose="020B0604020202020204" pitchFamily="34" charset="0"/>
              </a:rPr>
              <a:t>pa</a:t>
            </a:r>
            <a:r>
              <a:rPr lang="nn-NO" sz="1400" spc="-6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=</a:t>
            </a:r>
            <a:r>
              <a:rPr lang="nn-NO" sz="1400" spc="-5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62</a:t>
            </a:r>
            <a:r>
              <a:rPr lang="nn-NO" sz="1400" spc="-6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dB</a:t>
            </a:r>
            <a:r>
              <a:rPr lang="nn-NO" sz="1400" spc="-5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(A)</a:t>
            </a:r>
            <a:r>
              <a:rPr lang="nn-NO" sz="1400" spc="-2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,</a:t>
            </a:r>
            <a:r>
              <a:rPr lang="nn-NO" sz="1400" i="1" spc="-20" dirty="0">
                <a:solidFill>
                  <a:srgbClr val="4F4F4F"/>
                </a:solidFill>
                <a:ea typeface="Arial" panose="020B0604020202020204" pitchFamily="34" charset="0"/>
              </a:rPr>
              <a:t> </a:t>
            </a:r>
            <a:r>
              <a:rPr lang="nn-NO" sz="1400" i="1" spc="-20" dirty="0" err="1">
                <a:solidFill>
                  <a:srgbClr val="4F4F4F"/>
                </a:solidFill>
                <a:ea typeface="Arial" panose="020B0604020202020204" pitchFamily="34" charset="0"/>
              </a:rPr>
              <a:t>Kpa</a:t>
            </a:r>
            <a:r>
              <a:rPr lang="nn-NO" sz="1400" i="1" spc="-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=</a:t>
            </a:r>
            <a:r>
              <a:rPr lang="nn-NO" sz="1400" spc="-5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5</a:t>
            </a:r>
            <a:r>
              <a:rPr lang="nn-NO" sz="1400" spc="-4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dB</a:t>
            </a:r>
            <a:r>
              <a:rPr lang="nn-NO" sz="1400" spc="-5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(A)</a:t>
            </a:r>
            <a:r>
              <a:rPr lang="nn-NO" sz="1400" spc="2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</a:p>
          <a:p>
            <a:pPr marL="38735" marR="1128395">
              <a:lnSpc>
                <a:spcPct val="86000"/>
              </a:lnSpc>
              <a:spcBef>
                <a:spcPts val="5"/>
              </a:spcBef>
              <a:buNone/>
            </a:pP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Støyeffektnivå</a:t>
            </a:r>
            <a:r>
              <a:rPr lang="nn-NO" sz="1400" spc="-3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30" dirty="0" err="1">
                <a:solidFill>
                  <a:srgbClr val="4F4F4F"/>
                </a:solidFill>
                <a:ea typeface="Arial" panose="020B0604020202020204" pitchFamily="34" charset="0"/>
              </a:rPr>
              <a:t>Lwa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=</a:t>
            </a:r>
            <a:r>
              <a:rPr lang="nn-NO" sz="1400" spc="-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70</a:t>
            </a:r>
            <a:r>
              <a:rPr lang="nn-NO" sz="1400" spc="-3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dB</a:t>
            </a:r>
            <a:r>
              <a:rPr lang="nn-NO" sz="1400" spc="-5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(A),</a:t>
            </a:r>
            <a:r>
              <a:rPr lang="nn-NO" sz="1400" spc="-5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55" dirty="0">
                <a:solidFill>
                  <a:srgbClr val="4F4F4F"/>
                </a:solidFill>
                <a:ea typeface="Arial" panose="020B0604020202020204" pitchFamily="34" charset="0"/>
              </a:rPr>
              <a:t>Kwa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=</a:t>
            </a:r>
            <a:r>
              <a:rPr lang="nn-NO" sz="1400" spc="-8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</a:t>
            </a:r>
            <a:r>
              <a:rPr lang="nn-NO" sz="1400" spc="-3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dB</a:t>
            </a:r>
            <a:r>
              <a:rPr lang="nn-NO" sz="1400" spc="-8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(A)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>
              <a:spcBef>
                <a:spcPts val="55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6830">
              <a:buNone/>
            </a:pP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KUN</a:t>
            </a:r>
            <a:r>
              <a:rPr lang="nn-NO" sz="1400" b="1" spc="3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FOR</a:t>
            </a:r>
            <a:r>
              <a:rPr lang="nn-NO" sz="1400" b="1" spc="3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INNENDØRS</a:t>
            </a:r>
            <a:r>
              <a:rPr lang="nn-NO" sz="1400" b="1" spc="8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BRUK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>
              <a:spcBef>
                <a:spcPts val="80"/>
              </a:spcBef>
              <a:buNone/>
            </a:pPr>
            <a:r>
              <a:rPr lang="nn-NO" sz="1400" b="1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6195">
              <a:buNone/>
            </a:pPr>
            <a:r>
              <a:rPr lang="nn-NO" sz="1400" b="1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Anbefalte</a:t>
            </a:r>
            <a:r>
              <a:rPr lang="nn-NO" sz="1400" b="1" spc="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b="1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ladeverdier</a:t>
            </a:r>
            <a:r>
              <a:rPr lang="nn-NO" sz="1400" b="1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: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3020">
              <a:spcBef>
                <a:spcPts val="20"/>
              </a:spcBef>
              <a:buNone/>
            </a:pP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5.0</a:t>
            </a:r>
            <a:r>
              <a:rPr lang="nn-NO" sz="1400" spc="-1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Vdc</a:t>
            </a: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.</a:t>
            </a:r>
            <a:r>
              <a:rPr lang="nn-NO" sz="1400" spc="-4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/</a:t>
            </a:r>
            <a:r>
              <a:rPr lang="nn-NO" sz="1400" spc="3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1.0</a:t>
            </a: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-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3</a:t>
            </a: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.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0</a:t>
            </a:r>
            <a:r>
              <a:rPr lang="nn-NO" sz="1400" spc="-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A</a:t>
            </a:r>
            <a:r>
              <a:rPr lang="nn-NO" sz="1400" spc="-5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(type</a:t>
            </a:r>
            <a:r>
              <a:rPr lang="nn-NO" sz="1400" spc="-2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C),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ladetemperatur</a:t>
            </a:r>
            <a:r>
              <a:rPr lang="nn-NO" sz="1400" spc="-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0</a:t>
            </a: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-</a:t>
            </a:r>
            <a:r>
              <a:rPr lang="nn-NO" sz="1400" spc="-2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5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0°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>
              <a:spcBef>
                <a:spcPts val="35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 </a:t>
            </a:r>
            <a:endParaRPr lang="nb-NO" sz="1400" dirty="0">
              <a:effectLst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39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9151-6CF8-434F-6396-14224AD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365D-81AC-CA0A-A081-9773FDE44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962E4-E5AD-0D1B-04F8-077935E82733}"/>
              </a:ext>
            </a:extLst>
          </p:cNvPr>
          <p:cNvSpPr txBox="1"/>
          <p:nvPr/>
        </p:nvSpPr>
        <p:spPr>
          <a:xfrm>
            <a:off x="2819400" y="1204686"/>
            <a:ext cx="9311640" cy="3559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1115">
              <a:lnSpc>
                <a:spcPts val="630"/>
              </a:lnSpc>
              <a:buNone/>
            </a:pPr>
            <a:r>
              <a:rPr lang="nn-NO" sz="1400" b="1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Produktegenskaper</a:t>
            </a:r>
            <a:endParaRPr lang="nn-NO" sz="1400" b="1" spc="-10" dirty="0">
              <a:solidFill>
                <a:srgbClr val="3B3B3B"/>
              </a:solidFill>
              <a:effectLst/>
              <a:ea typeface="Arial" panose="020B0604020202020204" pitchFamily="34" charset="0"/>
            </a:endParaRPr>
          </a:p>
          <a:p>
            <a:pPr marL="31115">
              <a:lnSpc>
                <a:spcPts val="630"/>
              </a:lnSpc>
              <a:buNone/>
            </a:pPr>
            <a:endParaRPr lang="nb-NO" sz="1400" dirty="0">
              <a:effectLst/>
              <a:ea typeface="Arial" panose="020B0604020202020204" pitchFamily="34" charset="0"/>
            </a:endParaRPr>
          </a:p>
          <a:p>
            <a:pPr marL="30480" marR="46990" indent="-635">
              <a:lnSpc>
                <a:spcPct val="97000"/>
              </a:lnSpc>
              <a:spcBef>
                <a:spcPts val="5"/>
              </a:spcBef>
              <a:buNone/>
            </a:pP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Nummererlngen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på de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viste</a:t>
            </a:r>
            <a:r>
              <a:rPr lang="nn-NO" sz="1400" spc="-3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produktfunksjonene</a:t>
            </a:r>
            <a:r>
              <a:rPr lang="nn-NO" sz="1400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refererer til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illustrasjon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nummer.</a:t>
            </a:r>
            <a:r>
              <a:rPr lang="nn-NO" sz="1400" spc="-4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1</a:t>
            </a:r>
            <a:r>
              <a:rPr lang="nn-NO" sz="1400" spc="-8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85" dirty="0">
                <a:solidFill>
                  <a:srgbClr val="3B3B3B"/>
                </a:solidFill>
                <a:ea typeface="Arial" panose="020B0604020202020204" pitchFamily="34" charset="0"/>
              </a:rPr>
              <a:t>på</a:t>
            </a:r>
            <a:r>
              <a:rPr lang="nn-NO" sz="1400" spc="2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den grafiske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slden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.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80"/>
              </a:lnSpc>
              <a:spcBef>
                <a:spcPts val="10"/>
              </a:spcBef>
              <a:buFont typeface="+mj-lt"/>
              <a:buAutoNum type="arabicPeriod"/>
              <a:tabLst>
                <a:tab pos="162560" algn="l"/>
              </a:tabLst>
            </a:pPr>
            <a:endParaRPr lang="nn-NO" sz="1400" spc="-5" dirty="0">
              <a:solidFill>
                <a:srgbClr val="4F4F4F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80"/>
              </a:lnSpc>
              <a:spcBef>
                <a:spcPts val="10"/>
              </a:spcBef>
              <a:buFont typeface="+mj-lt"/>
              <a:buAutoNum type="arabicPeriod"/>
              <a:tabLst>
                <a:tab pos="162560" algn="l"/>
              </a:tabLst>
            </a:pPr>
            <a:r>
              <a:rPr lang="nn-NO" sz="1400" spc="-5" dirty="0" err="1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Skrutrekker</a:t>
            </a:r>
            <a:r>
              <a:rPr lang="nn-NO" sz="1400" spc="-3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hoveddel</a:t>
            </a:r>
            <a:endParaRPr lang="nb-NO" sz="1400" spc="-5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68910" algn="l"/>
              </a:tabLst>
            </a:pPr>
            <a:endParaRPr lang="nn-NO" sz="1400" spc="-5" dirty="0">
              <a:solidFill>
                <a:srgbClr val="4F4F4F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68910" algn="l"/>
              </a:tabLst>
            </a:pPr>
            <a:r>
              <a:rPr lang="nn-NO" sz="1400" spc="-5" dirty="0" err="1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Skrutrekker</a:t>
            </a:r>
            <a:r>
              <a:rPr lang="nn-NO" sz="1400" spc="-3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bitsholder</a:t>
            </a:r>
            <a:endParaRPr lang="nb-NO" sz="1400" spc="-5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69545" algn="l"/>
              </a:tabLst>
            </a:pPr>
            <a:endParaRPr lang="nn-NO" sz="1400" spc="-5" dirty="0">
              <a:solidFill>
                <a:srgbClr val="4F4F4F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69545" algn="l"/>
              </a:tabLst>
            </a:pPr>
            <a:r>
              <a:rPr lang="nn-NO" sz="1400" spc="-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PA/AV-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bryter</a:t>
            </a:r>
            <a:endParaRPr lang="nb-NO" sz="1400" spc="-5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70180" algn="l"/>
              </a:tabLst>
            </a:pPr>
            <a:endParaRPr lang="nn-NO" sz="1400" spc="-5" dirty="0">
              <a:solidFill>
                <a:srgbClr val="3B3B3B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70180" algn="l"/>
              </a:tabLst>
            </a:pPr>
            <a:r>
              <a:rPr lang="nn-NO" sz="1400" spc="-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USB</a:t>
            </a:r>
            <a:r>
              <a:rPr lang="nn-NO" sz="1400" spc="-5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-C</a:t>
            </a:r>
            <a:r>
              <a:rPr lang="nn-NO" sz="1400" spc="-55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ladekontakt</a:t>
            </a:r>
            <a:endParaRPr lang="nb-NO" sz="1400" spc="-5" dirty="0"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70180" algn="l"/>
              </a:tabLst>
            </a:pPr>
            <a:endParaRPr lang="nn-NO" sz="1400" dirty="0">
              <a:solidFill>
                <a:srgbClr val="3B3B3B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5"/>
              </a:lnSpc>
              <a:buFont typeface="+mj-lt"/>
              <a:buAutoNum type="arabicPeriod"/>
              <a:tabLst>
                <a:tab pos="170180" algn="l"/>
              </a:tabLst>
            </a:pP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Magnetisk</a:t>
            </a:r>
            <a:r>
              <a:rPr lang="nn-NO" sz="1400" spc="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bitsholder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0"/>
              </a:lnSpc>
              <a:spcBef>
                <a:spcPts val="5"/>
              </a:spcBef>
              <a:buFont typeface="+mj-lt"/>
              <a:buAutoNum type="arabicPeriod" startAt="6"/>
              <a:tabLst>
                <a:tab pos="163830" algn="l"/>
              </a:tabLst>
            </a:pPr>
            <a:endParaRPr lang="nn-NO" sz="1400" spc="-5" dirty="0">
              <a:solidFill>
                <a:srgbClr val="3B3B3B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70"/>
              </a:lnSpc>
              <a:spcBef>
                <a:spcPts val="5"/>
              </a:spcBef>
              <a:buFont typeface="+mj-lt"/>
              <a:buAutoNum type="arabicPeriod" startAt="6"/>
              <a:tabLst>
                <a:tab pos="163830" algn="l"/>
              </a:tabLst>
            </a:pPr>
            <a:r>
              <a:rPr lang="nn-NO" sz="1400" spc="-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LED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arbeidslys</a:t>
            </a:r>
            <a:endParaRPr lang="nb-NO" sz="1400" spc="-5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35"/>
              </a:lnSpc>
              <a:buFont typeface="+mj-lt"/>
              <a:buAutoNum type="arabicPeriod" startAt="6"/>
              <a:tabLst>
                <a:tab pos="160655" algn="l"/>
              </a:tabLst>
            </a:pPr>
            <a:endParaRPr lang="nn-NO" sz="1400" spc="-5" dirty="0">
              <a:solidFill>
                <a:srgbClr val="3B3B3B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35"/>
              </a:lnSpc>
              <a:buFont typeface="+mj-lt"/>
              <a:buAutoNum type="arabicPeriod" startAt="6"/>
              <a:tabLst>
                <a:tab pos="160655" algn="l"/>
              </a:tabLst>
            </a:pPr>
            <a:r>
              <a:rPr lang="nn-NO" sz="1400" spc="-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Bryt</a:t>
            </a:r>
            <a:r>
              <a:rPr lang="nn-NO" sz="1400" spc="-5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er</a:t>
            </a:r>
            <a:r>
              <a:rPr lang="nn-NO" sz="1400" spc="35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fo</a:t>
            </a:r>
            <a:r>
              <a:rPr lang="nn-NO" sz="1400" spc="-5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r</a:t>
            </a: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 rotasjonsr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etning</a:t>
            </a:r>
            <a:endParaRPr lang="nb-NO" sz="1400" spc="-5" dirty="0"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55"/>
              </a:lnSpc>
              <a:buFont typeface="+mj-lt"/>
              <a:buAutoNum type="arabicPeriod" startAt="6"/>
              <a:tabLst>
                <a:tab pos="166370" algn="l"/>
              </a:tabLst>
            </a:pPr>
            <a:endParaRPr lang="nn-NO" sz="1400" spc="-10" dirty="0">
              <a:solidFill>
                <a:srgbClr val="646464"/>
              </a:solidFill>
              <a:effectLst/>
              <a:ea typeface="Arial" panose="020B0604020202020204" pitchFamily="34" charset="0"/>
            </a:endParaRPr>
          </a:p>
          <a:p>
            <a:pPr marL="342900" lvl="0" indent="-342900">
              <a:lnSpc>
                <a:spcPts val="655"/>
              </a:lnSpc>
              <a:buFont typeface="+mj-lt"/>
              <a:buAutoNum type="arabicPeriod" startAt="6"/>
              <a:tabLst>
                <a:tab pos="166370" algn="l"/>
              </a:tabLst>
            </a:pPr>
            <a:r>
              <a:rPr lang="nn-NO" sz="1400" spc="-1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L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ED-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st</a:t>
            </a:r>
            <a:r>
              <a:rPr lang="nn-NO" sz="1400" spc="-10" dirty="0" err="1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rømstatusi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nd</a:t>
            </a:r>
            <a:r>
              <a:rPr lang="nn-NO" sz="1400" spc="-10" dirty="0" err="1">
                <a:solidFill>
                  <a:srgbClr val="646464"/>
                </a:solidFill>
                <a:ea typeface="Arial" panose="020B0604020202020204" pitchFamily="34" charset="0"/>
              </a:rPr>
              <a:t>i</a:t>
            </a:r>
            <a:r>
              <a:rPr lang="nn-NO" sz="1400" spc="-10" dirty="0" err="1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k</a:t>
            </a:r>
            <a:r>
              <a:rPr lang="nn-NO" sz="1400" spc="-1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ator</a:t>
            </a:r>
            <a:endParaRPr lang="nb-NO" sz="1400" spc="-5" dirty="0">
              <a:effectLst/>
              <a:ea typeface="Arial" panose="020B0604020202020204" pitchFamily="34" charset="0"/>
            </a:endParaRPr>
          </a:p>
          <a:p>
            <a:pPr>
              <a:spcBef>
                <a:spcPts val="10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15875">
              <a:spcBef>
                <a:spcPts val="5"/>
              </a:spcBef>
              <a:buNone/>
            </a:pPr>
            <a:r>
              <a:rPr lang="nn-NO" sz="1400" b="1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MERK!</a:t>
            </a:r>
            <a:r>
              <a:rPr lang="nb-NO" sz="1400" b="1" dirty="0"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USB</a:t>
            </a:r>
            <a:r>
              <a:rPr lang="nn-NO" sz="1400" spc="-2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-C-kab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el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og</a:t>
            </a:r>
            <a:r>
              <a:rPr lang="nn-NO" sz="1400" spc="-2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U</a:t>
            </a:r>
            <a:r>
              <a:rPr lang="nn-NO" sz="1400" spc="-20" dirty="0">
                <a:solidFill>
                  <a:srgbClr val="3B3B3B"/>
                </a:solidFill>
                <a:ea typeface="Arial" panose="020B0604020202020204" pitchFamily="34" charset="0"/>
              </a:rPr>
              <a:t>S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B-lader</a:t>
            </a:r>
            <a:r>
              <a:rPr lang="nn-NO" sz="1400" spc="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medfølger</a:t>
            </a:r>
            <a:r>
              <a:rPr lang="nn-NO" sz="1400" spc="5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2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lkke</a:t>
            </a:r>
            <a:r>
              <a:rPr lang="nn-NO" sz="1400" spc="-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.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>
              <a:spcBef>
                <a:spcPts val="10"/>
              </a:spcBef>
              <a:buNone/>
            </a:pPr>
            <a:r>
              <a:rPr lang="nn-NO" sz="1400" dirty="0">
                <a:effectLst/>
                <a:ea typeface="Arial" panose="020B0604020202020204" pitchFamily="34" charset="0"/>
              </a:rPr>
              <a:t> 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15875">
              <a:spcBef>
                <a:spcPts val="5"/>
              </a:spcBef>
              <a:buNone/>
            </a:pPr>
            <a:r>
              <a:rPr lang="nn-NO" sz="1400" b="1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BRUKSOMRÅDER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12065">
              <a:spcBef>
                <a:spcPts val="15"/>
              </a:spcBef>
              <a:buNone/>
            </a:pP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Den</a:t>
            </a:r>
            <a:r>
              <a:rPr lang="nn-NO" sz="1400" spc="-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e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</a:t>
            </a:r>
            <a:r>
              <a:rPr lang="nn-NO" sz="140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ek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tr</a:t>
            </a:r>
            <a:r>
              <a:rPr lang="nn-NO" sz="1400" dirty="0">
                <a:solidFill>
                  <a:srgbClr val="646464"/>
                </a:solidFill>
                <a:effectLst/>
                <a:ea typeface="Arial" panose="020B0604020202020204" pitchFamily="34" charset="0"/>
              </a:rPr>
              <a:t>isk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e</a:t>
            </a:r>
            <a:r>
              <a:rPr lang="nn-NO" sz="1400" spc="-7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skrutrekkeren</a:t>
            </a:r>
            <a:r>
              <a:rPr lang="nn-NO" sz="1400" spc="3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er</a:t>
            </a:r>
            <a:r>
              <a:rPr lang="nn-NO" sz="1400" spc="-6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laget for</a:t>
            </a:r>
            <a:r>
              <a:rPr lang="nn-NO" sz="1400" spc="-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5" dirty="0">
                <a:solidFill>
                  <a:srgbClr val="3B3B3B"/>
                </a:solidFill>
                <a:ea typeface="Arial" panose="020B0604020202020204" pitchFamily="34" charset="0"/>
              </a:rPr>
              <a:t>å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skru</a:t>
            </a:r>
            <a:r>
              <a:rPr lang="nn-NO" sz="1400" spc="-5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i</a:t>
            </a:r>
            <a:r>
              <a:rPr lang="nn-NO" sz="1400" spc="2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og</a:t>
            </a:r>
            <a:r>
              <a:rPr lang="nn-NO" sz="1400" spc="-2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fjerne</a:t>
            </a:r>
            <a:r>
              <a:rPr lang="nn-NO" sz="1400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skruer.</a:t>
            </a:r>
            <a:endParaRPr lang="nb-NO" sz="1400" dirty="0">
              <a:effectLst/>
              <a:ea typeface="Arial" panose="020B0604020202020204" pitchFamily="34" charset="0"/>
            </a:endParaRPr>
          </a:p>
          <a:p>
            <a:pPr marL="12700" marR="46990" indent="1270">
              <a:lnSpc>
                <a:spcPct val="93000"/>
              </a:lnSpc>
              <a:spcBef>
                <a:spcPts val="40"/>
              </a:spcBef>
              <a:buNone/>
            </a:pP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Verktøyet</a:t>
            </a:r>
            <a:r>
              <a:rPr lang="nn-NO" sz="1400" spc="-4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skal</a:t>
            </a:r>
            <a:r>
              <a:rPr lang="nn-NO" sz="1400" spc="-6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kun</a:t>
            </a:r>
            <a:r>
              <a:rPr lang="nn-NO" sz="1400" spc="-4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brukes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til</a:t>
            </a:r>
            <a:r>
              <a:rPr lang="nn-NO" sz="1400" spc="-3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det</a:t>
            </a:r>
            <a:r>
              <a:rPr lang="nn-NO" sz="1400" spc="-1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foreskrevne</a:t>
            </a:r>
            <a:r>
              <a:rPr lang="nn-NO" sz="1400" spc="-3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formålet.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All</a:t>
            </a:r>
            <a:r>
              <a:rPr lang="nn-NO" sz="1400" spc="-5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annen</a:t>
            </a:r>
            <a:r>
              <a:rPr lang="nn-NO" sz="1400" spc="-45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bruk</a:t>
            </a:r>
            <a:r>
              <a:rPr lang="nn-NO" sz="1400" spc="-4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 err="1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anses</a:t>
            </a:r>
            <a:r>
              <a:rPr lang="nn-NO" sz="1400" spc="-35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a</a:t>
            </a:r>
            <a:r>
              <a:rPr lang="nn-NO" sz="1400" spc="-5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være</a:t>
            </a:r>
            <a:r>
              <a:rPr lang="nn-NO" sz="1400" spc="200" dirty="0">
                <a:solidFill>
                  <a:srgbClr val="4F4F4F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nn-NO" sz="1400" spc="-10" dirty="0">
                <a:solidFill>
                  <a:srgbClr val="3B3B3B"/>
                </a:solidFill>
                <a:effectLst/>
                <a:ea typeface="Arial" panose="020B0604020202020204" pitchFamily="34" charset="0"/>
              </a:rPr>
              <a:t>misbruk.</a:t>
            </a:r>
          </a:p>
          <a:p>
            <a:pPr marL="12700" marR="46990" indent="1270">
              <a:lnSpc>
                <a:spcPct val="93000"/>
              </a:lnSpc>
              <a:spcBef>
                <a:spcPts val="40"/>
              </a:spcBef>
              <a:buNone/>
            </a:pPr>
            <a:endParaRPr lang="nb-NO" sz="1400" dirty="0">
              <a:effectLst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621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2D1A9-E7CC-0CC8-2BEC-ABE5D0C1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B82C-B9C5-2E16-7FCA-FC6F8E97C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98C42B9-EDB9-1CE5-47F7-324FA748C9CF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6F97D-04D4-BA98-5DC2-6CF9811BA81D}"/>
              </a:ext>
            </a:extLst>
          </p:cNvPr>
          <p:cNvSpPr txBox="1"/>
          <p:nvPr/>
        </p:nvSpPr>
        <p:spPr>
          <a:xfrm>
            <a:off x="4059381" y="395181"/>
            <a:ext cx="3424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Stablemønster</a:t>
            </a:r>
            <a:r>
              <a:rPr lang="en-US" sz="2400" dirty="0"/>
              <a:t> - </a:t>
            </a:r>
            <a:r>
              <a:rPr lang="en-US" sz="2400" dirty="0" err="1"/>
              <a:t>topview</a:t>
            </a: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1092695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2F70-0682-0A58-54EA-E611F971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03FE-7241-69EF-A3B0-46156F29A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B78F70D-2A6D-8F9C-4A8B-4535AE841383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71444D7-1638-B131-943E-A5C506B6B807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4560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96FF2-A950-2933-6B6A-3FAB5B4A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55FE-2FE5-16E2-2E04-4CE4FFA9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441DA30-83F5-350F-E918-1C011F12191B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36AB8E3-184D-927E-530B-8E69ADB5649C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8EDD9E3-131E-A0EC-B886-292589E07998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25853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9C0EF-11EF-FD46-6CF7-0C7AA054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BF5ED-191C-748D-8649-B3191FC7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77ED5BD-5AC7-1590-E279-4A7DBF58B27B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622947-B612-0178-0607-10BBAEDEB436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3FE469F-0A63-FE5C-9FF8-AAA7C7C14E52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4F50201-977A-F8C0-CBE2-FAB0C8E823AB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93451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988D8-B7BE-8C08-07CE-BAE6CE9B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F15A-EB26-BBB4-2274-0489014FF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BE8986B-B9D6-E605-8762-07B6E0A28733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65FD155-4146-2BD5-2B56-1A19395463EA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FB4FF5-416B-D1CB-714A-8D3BF7F45326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073E693-9BDD-889E-D419-394585ABF5A2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FBEA009-92F9-F4E4-4294-CC9EC9ED6D43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43223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6455-132E-6361-1CCC-9F7724FD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512A-504D-7F1F-661D-DDE767BF0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9B0F7B9-0A55-DD05-684F-091877C197EC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64A704A-0566-14C2-5BB6-6130AEDB77D7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C858955-0CB2-EFB0-4EB5-D6739BAD08C4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5D3DF57-C8C9-0B7A-CCF7-A74FBC1AC2A6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A9B8D14-3204-6C1B-221F-F191AFD5A8AE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BAA2DA8-A867-EF2E-4BCF-F604287FC6B5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19014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8C42-69E1-F618-E0B1-974A0D11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9312-2B84-E9C9-D0D4-09C070013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66FEEDD-111B-6715-11AC-EEB9ACD2C16C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600460C-4CAD-6733-1C96-DA109B58C354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19568F4-170C-EDD3-4F95-CFC6B93469F3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1097F8F-2BDF-1D54-7DCF-D5D47F2216BC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0B1539A-2BF3-6CF9-2CCA-0E85B69CCF74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CDBB131-F94F-3201-C83D-AAF5A34C5D3C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DB95338-E0F5-1E2F-58C5-3B36173D5245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68320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C286-D061-B0DF-3DC5-43762A01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8617-5EA4-40E9-C71D-059723E55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DB18C1A-D8B5-8250-7D37-CF109BD02437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3ED45DB-9F37-BDD0-0262-8F190F7D0999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D737A70-5B55-B9A8-40FF-73C04E7298D7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2D8D748-420E-32A9-70A5-7A12462EF054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2FAB0DD-0C9C-CE07-D810-938D0346AF1B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A12EB6D-F17D-F8CD-031A-BE4911D5B728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8A4FA2D-860D-D5C2-D04F-1B767BC1A99B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C99C57-CE8E-9BC8-58B7-C25FB3C61432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17435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C286-C43B-21C5-42B3-87BC0FA8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7E52-62B8-5184-55D8-96E04336C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B8B87A1-D5EC-D06D-F099-34A30D3F430D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67FD70-4457-F23C-AA8A-1B15C147B9BE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12E3720-5DC2-B1B1-58AA-54C31BBDDFEE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70ACEE5-F3F1-C3F0-E637-91AA9CF49C85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0DF8EF6-EFF2-C5F8-2B05-30A152F7F2E6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605FF98-AB42-CCE3-2E93-F6B75630CE59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AC4B81-A7CC-2DE0-394D-A7702DD12D6B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3F9569-CEAC-FE38-83F8-778A7ADC3498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D44D050-0337-46B3-BD8D-427B5C4360D4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78050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E20A-0781-8313-95EB-E682C61A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E35A-CC6F-6E8B-2337-31486B771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273A57B-E4B1-6D89-D00A-AFC1DA9BE002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40FC90B-2E02-3D71-DC0D-6624855D843F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FBF3E6D-030A-2754-A606-C297561DF611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AAE2761-ED11-515D-EAF4-087C67F91E82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CB0C261-A3B9-3CBC-1EC3-A47E60B3D25A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E7ED0C1-28D5-DCAA-12CF-BFBE928AD298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7EF88CE-EFD0-2AF7-0AA4-EDF8E49BDF01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4BDB8F8-BFE0-B47E-DA66-8B376047EF64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42A828-09F9-C452-A815-B395339DE74E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B9A8C9-111B-8530-2777-31789D164756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7853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3831-0608-BCB3-32C0-04BDEBD2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BEA3-4E9E-F0A4-0665-3FB5BE499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55FB43E-E032-2002-C349-A393DE66B728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314657E-45A1-CDE2-4AAB-2BF608F95F20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B3DB1DD-78C5-E1EA-4248-485517361631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51AA5E4-5EF9-0A3E-75D1-384BCE3D4BA3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BC8301-987C-72D1-0D2F-1386F98CC323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C069D1A-25D5-37DC-6072-1A6348FA27C3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36CD861-1E5B-A5D9-20A5-28E3F111A5A0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D2D53-5AF3-80EE-09AF-44512E6AAB6A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C238F21-2D9D-F22E-845C-590B7950166D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A9FC52-3E20-3692-6197-5FFCE827C62A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856F7F-7251-6149-097A-2AEC398A7B7B}"/>
              </a:ext>
            </a:extLst>
          </p:cNvPr>
          <p:cNvSpPr/>
          <p:nvPr/>
        </p:nvSpPr>
        <p:spPr>
          <a:xfrm rot="16200000">
            <a:off x="5200073" y="1052942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834313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FF4EF-DDE2-CE3E-F40E-77CAA0A8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F065-ADCF-0986-711C-83DAD7470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8E6CEFA-4849-024B-4CED-C0912C4C9F82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767C456-8879-2570-0252-03791CF39D0C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103ED19-D2AB-5FF7-6E32-70633C95FA85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F43AF99-F322-05C8-0E16-42B466302C46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DDBD849-9CF3-A079-5F42-9609D7A1C96F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861AEAB-3CE5-505E-877A-A4AE1C7D948F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B2CF85-BD44-5A50-734B-AC83D8A5AECA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D88F9D-73B8-34F2-B3F1-C80782EDEFDD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1ABF2F-E478-2DE5-54CF-A1151C086309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B77CC27-4A25-7A51-1D40-97BF97A46A2E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4189C2-754A-69EB-F0FB-DA49279BD516}"/>
              </a:ext>
            </a:extLst>
          </p:cNvPr>
          <p:cNvSpPr/>
          <p:nvPr/>
        </p:nvSpPr>
        <p:spPr>
          <a:xfrm rot="16200000">
            <a:off x="5200073" y="1052942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50E8F3-22C1-280D-999F-CE31FD91B18D}"/>
              </a:ext>
            </a:extLst>
          </p:cNvPr>
          <p:cNvSpPr/>
          <p:nvPr/>
        </p:nvSpPr>
        <p:spPr>
          <a:xfrm rot="5400000">
            <a:off x="5200074" y="105294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75955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C4D6-688C-123D-5C70-311D3C42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7CAA-3CFD-9EE8-AAC9-DC34B5651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627471-D50B-CC4D-32F8-B9B9CC9B1378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50763A-B588-21B8-24A9-02D07A694265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2A456BD-14BE-06A5-DF3C-EB2FD9F68557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5D5BF28-017D-044D-A135-180ADBBF4420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69D2126-332F-DCD4-5246-8CC51CD86679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F35153-9CCD-D493-FCB1-8AD9FA8C26AD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678930A-F1C9-CCD2-BE88-9D2326FCF2F5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FB57DA7-2E26-E6FB-30E6-6F0ACF02742A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EFA5BBA-2145-9168-633E-2155A1F6A1AF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0A83F1-5BB8-AF5F-BFE0-4DEC81B02278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6D82A1-BB8E-C81E-57AA-B52457091EEE}"/>
              </a:ext>
            </a:extLst>
          </p:cNvPr>
          <p:cNvSpPr/>
          <p:nvPr/>
        </p:nvSpPr>
        <p:spPr>
          <a:xfrm rot="16200000">
            <a:off x="5200073" y="1052942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480340B-689F-CC19-81E4-B961D27CB136}"/>
              </a:ext>
            </a:extLst>
          </p:cNvPr>
          <p:cNvSpPr/>
          <p:nvPr/>
        </p:nvSpPr>
        <p:spPr>
          <a:xfrm rot="5400000">
            <a:off x="5200074" y="105294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C2AA87-1403-B8D9-31A8-8BDCBC0E6447}"/>
              </a:ext>
            </a:extLst>
          </p:cNvPr>
          <p:cNvSpPr/>
          <p:nvPr/>
        </p:nvSpPr>
        <p:spPr>
          <a:xfrm rot="16200000">
            <a:off x="7453748" y="105293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10604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5633B-67F4-80AC-C098-34AF61B2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8CA4-0452-FC69-263D-EBE09F36A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23C7C5-4263-9F01-06E3-D5DEA37FDC4F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8A01BB4-EF0F-CFCB-57FA-7C52A4DEADA3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A86E63-A4D4-D611-FC9E-0DD6EC6ABDEE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5430428-A9F5-7985-3661-2089BB790328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763034A-49F4-AF1D-502B-F7F20993E398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96EA7ED-37E3-9458-53E0-14736FBDDAA5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A96E03-EB4F-C1DC-E3C8-53D9775F13C5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B9183A-990F-CC0A-C666-441DC53FDB52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103A752-8C43-ED6C-71C1-EBF8E5BE81CD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223054F-6EA2-5A4C-F3A2-F278EF20E5CF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9254040-733A-933F-BB30-E1F39AC2B359}"/>
              </a:ext>
            </a:extLst>
          </p:cNvPr>
          <p:cNvSpPr/>
          <p:nvPr/>
        </p:nvSpPr>
        <p:spPr>
          <a:xfrm rot="16200000">
            <a:off x="5200073" y="1052942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70D0814-93B5-0146-1357-13A6F2A6B3C0}"/>
              </a:ext>
            </a:extLst>
          </p:cNvPr>
          <p:cNvSpPr/>
          <p:nvPr/>
        </p:nvSpPr>
        <p:spPr>
          <a:xfrm rot="5400000">
            <a:off x="5200074" y="105294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D2C83-658E-EC6C-BCAA-249F4F26E9C1}"/>
              </a:ext>
            </a:extLst>
          </p:cNvPr>
          <p:cNvSpPr/>
          <p:nvPr/>
        </p:nvSpPr>
        <p:spPr>
          <a:xfrm rot="16200000">
            <a:off x="7453748" y="105293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F7F49DC-C08B-FF21-814B-9372651A85B3}"/>
              </a:ext>
            </a:extLst>
          </p:cNvPr>
          <p:cNvSpPr/>
          <p:nvPr/>
        </p:nvSpPr>
        <p:spPr>
          <a:xfrm rot="5400000">
            <a:off x="7453748" y="105293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34671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6831-2D09-5C84-F23F-23056BFC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8A17-39A1-F6EF-33A8-42EC68CA0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9B985C-2081-A45C-E1D3-147309FDD0FD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2D4EF22-F6D6-09D5-B15B-01ED5821D8C8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893F5FE-27F0-43C7-72F6-EF39D8DAFA3A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DE217B4-6201-37DA-B976-E0280B75A6E1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56BF9C4-CF1C-331B-E2E0-99330CF29B12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D2E95D-EE17-0FBA-6643-D08C02AEE6FF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0A4F20-4B2A-16D8-35B9-0BBF4A8A8F19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F0F817F-4545-5D21-24C5-C3B25434F5C8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3A8C75-D626-5B04-A27D-145520664486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78E8C1-F614-4CC5-D235-A04980234486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8C311-2D5F-F06A-E4C2-D8EB0F2CDC51}"/>
              </a:ext>
            </a:extLst>
          </p:cNvPr>
          <p:cNvSpPr/>
          <p:nvPr/>
        </p:nvSpPr>
        <p:spPr>
          <a:xfrm rot="16200000">
            <a:off x="5200073" y="1052942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3400D4-F7F6-B62E-32F9-B4BC006AA15B}"/>
              </a:ext>
            </a:extLst>
          </p:cNvPr>
          <p:cNvSpPr/>
          <p:nvPr/>
        </p:nvSpPr>
        <p:spPr>
          <a:xfrm rot="5400000">
            <a:off x="5200074" y="105294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89500B4-A431-3421-B308-62BC7A5BD9F4}"/>
              </a:ext>
            </a:extLst>
          </p:cNvPr>
          <p:cNvSpPr/>
          <p:nvPr/>
        </p:nvSpPr>
        <p:spPr>
          <a:xfrm rot="16200000">
            <a:off x="7453748" y="105293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B2FB40-D9B6-72A4-8911-A8A12D2231A0}"/>
              </a:ext>
            </a:extLst>
          </p:cNvPr>
          <p:cNvSpPr/>
          <p:nvPr/>
        </p:nvSpPr>
        <p:spPr>
          <a:xfrm rot="5400000">
            <a:off x="7453748" y="105293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3D2BD8F-482C-68EB-584F-8F852DD5CF40}"/>
              </a:ext>
            </a:extLst>
          </p:cNvPr>
          <p:cNvSpPr/>
          <p:nvPr/>
        </p:nvSpPr>
        <p:spPr>
          <a:xfrm rot="16200000">
            <a:off x="9707422" y="105293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89332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4AE9-9A7D-38B4-2AED-EEBA59D2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47F4-2E16-397D-0C10-398101F1F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BC13C18-C676-371A-12BB-7BD982383198}"/>
              </a:ext>
            </a:extLst>
          </p:cNvPr>
          <p:cNvSpPr/>
          <p:nvPr/>
        </p:nvSpPr>
        <p:spPr>
          <a:xfrm rot="162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F63D6A-3839-66DE-1DC6-B9EE598C6D12}"/>
              </a:ext>
            </a:extLst>
          </p:cNvPr>
          <p:cNvSpPr/>
          <p:nvPr/>
        </p:nvSpPr>
        <p:spPr>
          <a:xfrm rot="5400000">
            <a:off x="2946399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FE22CC1-C921-78E9-15C2-4F23F7F2CE54}"/>
              </a:ext>
            </a:extLst>
          </p:cNvPr>
          <p:cNvSpPr/>
          <p:nvPr/>
        </p:nvSpPr>
        <p:spPr>
          <a:xfrm rot="162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B940126-EC0C-2AB0-B5FF-31CB8D530DAD}"/>
              </a:ext>
            </a:extLst>
          </p:cNvPr>
          <p:cNvSpPr/>
          <p:nvPr/>
        </p:nvSpPr>
        <p:spPr>
          <a:xfrm rot="5400000">
            <a:off x="5200074" y="3278910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F3F70FE-1F51-8477-4C60-F8F529AFA496}"/>
              </a:ext>
            </a:extLst>
          </p:cNvPr>
          <p:cNvSpPr/>
          <p:nvPr/>
        </p:nvSpPr>
        <p:spPr>
          <a:xfrm rot="16200000">
            <a:off x="7453748" y="327890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E083B9F-6505-5E69-2B3E-6304D79876D3}"/>
              </a:ext>
            </a:extLst>
          </p:cNvPr>
          <p:cNvSpPr/>
          <p:nvPr/>
        </p:nvSpPr>
        <p:spPr>
          <a:xfrm rot="5400000">
            <a:off x="7453748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8F31A3-0F4B-D193-375F-EA5674F0DACF}"/>
              </a:ext>
            </a:extLst>
          </p:cNvPr>
          <p:cNvSpPr/>
          <p:nvPr/>
        </p:nvSpPr>
        <p:spPr>
          <a:xfrm rot="16200000">
            <a:off x="9707421" y="3278907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5422888-C07B-372E-0DD1-2C63CF1C0FAC}"/>
              </a:ext>
            </a:extLst>
          </p:cNvPr>
          <p:cNvSpPr/>
          <p:nvPr/>
        </p:nvSpPr>
        <p:spPr>
          <a:xfrm rot="5400000">
            <a:off x="9707421" y="327890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6FAB3F-3AB7-8A25-BD3D-BBAAC8D62428}"/>
              </a:ext>
            </a:extLst>
          </p:cNvPr>
          <p:cNvSpPr/>
          <p:nvPr/>
        </p:nvSpPr>
        <p:spPr>
          <a:xfrm rot="162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EEBA97-491D-89F8-5906-342A7F5AFCE3}"/>
              </a:ext>
            </a:extLst>
          </p:cNvPr>
          <p:cNvSpPr/>
          <p:nvPr/>
        </p:nvSpPr>
        <p:spPr>
          <a:xfrm rot="5400000">
            <a:off x="2946399" y="105294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2F03707-DBF2-B6A7-CE60-BC796DEA4EF8}"/>
              </a:ext>
            </a:extLst>
          </p:cNvPr>
          <p:cNvSpPr/>
          <p:nvPr/>
        </p:nvSpPr>
        <p:spPr>
          <a:xfrm rot="16200000">
            <a:off x="5200073" y="1052942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241045-8C52-85A9-C25D-96611740114A}"/>
              </a:ext>
            </a:extLst>
          </p:cNvPr>
          <p:cNvSpPr/>
          <p:nvPr/>
        </p:nvSpPr>
        <p:spPr>
          <a:xfrm rot="5400000">
            <a:off x="5200074" y="105294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00D372-A8D6-B22C-5596-437C0FF29E78}"/>
              </a:ext>
            </a:extLst>
          </p:cNvPr>
          <p:cNvSpPr/>
          <p:nvPr/>
        </p:nvSpPr>
        <p:spPr>
          <a:xfrm rot="16200000">
            <a:off x="7453748" y="1052938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974DC06-4C0D-398B-8847-55CBBBA247DC}"/>
              </a:ext>
            </a:extLst>
          </p:cNvPr>
          <p:cNvSpPr/>
          <p:nvPr/>
        </p:nvSpPr>
        <p:spPr>
          <a:xfrm rot="5400000">
            <a:off x="7453748" y="1052939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0F23F2D-9FC3-31CB-9D12-98D1F60B57CE}"/>
              </a:ext>
            </a:extLst>
          </p:cNvPr>
          <p:cNvSpPr/>
          <p:nvPr/>
        </p:nvSpPr>
        <p:spPr>
          <a:xfrm rot="16200000">
            <a:off x="9707422" y="1052933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5D67988-F532-0FE2-F091-189A868E2CDB}"/>
              </a:ext>
            </a:extLst>
          </p:cNvPr>
          <p:cNvSpPr/>
          <p:nvPr/>
        </p:nvSpPr>
        <p:spPr>
          <a:xfrm rot="5400000">
            <a:off x="9707423" y="1052934"/>
            <a:ext cx="2225964" cy="2253673"/>
          </a:xfrm>
          <a:custGeom>
            <a:avLst/>
            <a:gdLst>
              <a:gd name="connsiteX0" fmla="*/ 0 w 5080000"/>
              <a:gd name="connsiteY0" fmla="*/ 0 h 4322618"/>
              <a:gd name="connsiteX1" fmla="*/ 0 w 5080000"/>
              <a:gd name="connsiteY1" fmla="*/ 4322618 h 4322618"/>
              <a:gd name="connsiteX2" fmla="*/ 5080000 w 5080000"/>
              <a:gd name="connsiteY2" fmla="*/ 27709 h 4322618"/>
              <a:gd name="connsiteX3" fmla="*/ 0 w 5080000"/>
              <a:gd name="connsiteY3" fmla="*/ 0 h 43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0" h="4322618">
                <a:moveTo>
                  <a:pt x="0" y="0"/>
                </a:moveTo>
                <a:lnTo>
                  <a:pt x="0" y="4322618"/>
                </a:lnTo>
                <a:lnTo>
                  <a:pt x="5080000" y="277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73550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6E0D3-F828-779A-FE11-09632672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802B8F9-B6E5-629B-8A20-BFAC0986E2BA}"/>
              </a:ext>
            </a:extLst>
          </p:cNvPr>
          <p:cNvGrpSpPr>
            <a:grpSpLocks/>
          </p:cNvGrpSpPr>
          <p:nvPr/>
        </p:nvGrpSpPr>
        <p:grpSpPr>
          <a:xfrm rot="5213452">
            <a:off x="3166588" y="-1200164"/>
            <a:ext cx="5858825" cy="9017940"/>
            <a:chOff x="0" y="0"/>
            <a:chExt cx="7412736" cy="10436352"/>
          </a:xfrm>
        </p:grpSpPr>
        <p:pic>
          <p:nvPicPr>
            <p:cNvPr id="13" name="Image 7">
              <a:extLst>
                <a:ext uri="{FF2B5EF4-FFF2-40B4-BE49-F238E27FC236}">
                  <a16:creationId xmlns:a16="http://schemas.microsoft.com/office/drawing/2014/main" id="{8A6714EA-466B-547A-C21C-BC28C13B80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412736" cy="10436352"/>
            </a:xfrm>
            <a:prstGeom prst="rect">
              <a:avLst/>
            </a:prstGeom>
          </p:spPr>
        </p:pic>
        <p:pic>
          <p:nvPicPr>
            <p:cNvPr id="14" name="Image 8">
              <a:extLst>
                <a:ext uri="{FF2B5EF4-FFF2-40B4-BE49-F238E27FC236}">
                  <a16:creationId xmlns:a16="http://schemas.microsoft.com/office/drawing/2014/main" id="{D18C6005-0F65-32A8-83E6-DEF3A5C198B7}"/>
                </a:ext>
              </a:extLst>
            </p:cNvPr>
            <p:cNvPicPr/>
            <p:nvPr/>
          </p:nvPicPr>
          <p:blipFill rotWithShape="1">
            <a:blip r:embed="rId3" cstate="print"/>
            <a:srcRect l="-17887" t="-1701" r="-19720" b="-17253"/>
            <a:stretch>
              <a:fillRect/>
            </a:stretch>
          </p:blipFill>
          <p:spPr>
            <a:xfrm>
              <a:off x="1470508" y="2247901"/>
              <a:ext cx="5570010" cy="735294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B0005A-FD1F-C619-8039-DCABF1AE1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A3929C-6388-D780-34B7-5E93832AB5F7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27E7EB8-7A16-C33E-0421-E5EEEA747C2C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7AA777D-AA64-7D69-EE78-6BAD6CE50355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2C145E-4485-BC4A-9F76-B4C82C3F1650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098413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7B03A-3D8D-B90F-3473-3F5F9FA7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0451-83B1-85AD-1BD2-246FA49C9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B9C281-1A33-C080-2704-BC257D4EC507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8A5AEED-9F0B-196E-4C72-D7FB054929B0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CC5D696-1C18-6748-A5AB-8970D6B2AF1D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28007A-49E6-CA70-B55C-628AF8CA6225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841BF0-C858-BAEE-B90F-51EEB68F9C35}"/>
              </a:ext>
            </a:extLst>
          </p:cNvPr>
          <p:cNvCxnSpPr>
            <a:cxnSpLocks/>
          </p:cNvCxnSpPr>
          <p:nvPr/>
        </p:nvCxnSpPr>
        <p:spPr>
          <a:xfrm>
            <a:off x="1911096" y="2276856"/>
            <a:ext cx="4297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7CFB35-7689-B837-3A6C-582EC9B1AAAB}"/>
              </a:ext>
            </a:extLst>
          </p:cNvPr>
          <p:cNvCxnSpPr>
            <a:cxnSpLocks/>
          </p:cNvCxnSpPr>
          <p:nvPr/>
        </p:nvCxnSpPr>
        <p:spPr>
          <a:xfrm>
            <a:off x="2075688" y="3599688"/>
            <a:ext cx="4297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3C5883-DD85-778C-9741-591923D4B4C8}"/>
              </a:ext>
            </a:extLst>
          </p:cNvPr>
          <p:cNvCxnSpPr/>
          <p:nvPr/>
        </p:nvCxnSpPr>
        <p:spPr>
          <a:xfrm flipH="1" flipV="1">
            <a:off x="1993392" y="2276856"/>
            <a:ext cx="160087" cy="1322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788872-37BD-D827-323F-37B60180508A}"/>
              </a:ext>
            </a:extLst>
          </p:cNvPr>
          <p:cNvCxnSpPr>
            <a:cxnSpLocks/>
          </p:cNvCxnSpPr>
          <p:nvPr/>
        </p:nvCxnSpPr>
        <p:spPr>
          <a:xfrm>
            <a:off x="1993392" y="2276856"/>
            <a:ext cx="160087" cy="1322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05C0C20-275A-CFA7-FDE4-C4A612AD44DA}"/>
              </a:ext>
            </a:extLst>
          </p:cNvPr>
          <p:cNvSpPr txBox="1"/>
          <p:nvPr/>
        </p:nvSpPr>
        <p:spPr>
          <a:xfrm>
            <a:off x="1863124" y="2809732"/>
            <a:ext cx="466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02660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8E8A-91F4-CF30-E81D-72F6C6DB8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8DF5-B341-EB48-5402-C1EA74F78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A05937-865D-70A5-7DE1-9275B0215C9F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7E251FC-7483-8611-B785-9AFAF965CCAC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7DD6547-4714-0843-B2E5-130E4AF6C254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E54E91-3E18-F83E-8D7B-9BA117A792E7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052DEA1-B54B-A727-8E4F-9DED69FA10C7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65272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6DBA-D959-89D7-862E-A7CF9D6E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3282-A1F7-6915-231B-CD72C471E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0ADDF-5D6E-BBD1-5354-8E0AEEF37D72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9EA3594-2CEE-C7C3-3345-20666945D3F0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D162DB2-59AC-3CAA-B68E-A6095A3F318B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98EE33F-7ED1-A02F-C936-DB207B74B9C9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1C50DB-5BAE-764E-8C09-F11E5EF786A7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06FA755-2EFB-0793-61EF-64B69E8860DC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C17E9B1-55DB-A337-7D90-73530CD98110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44684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95CC-0876-36C2-BD2D-BE8E6D8BB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AF69-3C20-975D-2912-FF4C4B76A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42C0B-5B28-5F99-6C9B-A3E640E2869E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FC280C9-D3A8-351B-B836-F7724EFFAB56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014F27-BADA-1464-F8DD-D5B244068DD5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8FDF3F2-E38A-BB54-0435-AE370CD53842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BC48EB1-86D1-A43C-EF51-3AF8E1A4ECF4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227EC65-F756-B2C7-EFA6-4F82DE36B6C5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C302A3-04FA-0372-8FB7-AF6301E9E4DB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A522A5-13B1-02AD-E3B9-D62B19556BD9}"/>
              </a:ext>
            </a:extLst>
          </p:cNvPr>
          <p:cNvSpPr/>
          <p:nvPr/>
        </p:nvSpPr>
        <p:spPr>
          <a:xfrm>
            <a:off x="6135624" y="329184"/>
            <a:ext cx="5312664" cy="1453896"/>
          </a:xfrm>
          <a:custGeom>
            <a:avLst/>
            <a:gdLst>
              <a:gd name="connsiteX0" fmla="*/ 0 w 5312664"/>
              <a:gd name="connsiteY0" fmla="*/ 932688 h 1453896"/>
              <a:gd name="connsiteX1" fmla="*/ 3456432 w 5312664"/>
              <a:gd name="connsiteY1" fmla="*/ 0 h 1453896"/>
              <a:gd name="connsiteX2" fmla="*/ 5312664 w 5312664"/>
              <a:gd name="connsiteY2" fmla="*/ 1453896 h 1453896"/>
              <a:gd name="connsiteX3" fmla="*/ 0 w 5312664"/>
              <a:gd name="connsiteY3" fmla="*/ 932688 h 145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664" h="1453896">
                <a:moveTo>
                  <a:pt x="0" y="932688"/>
                </a:moveTo>
                <a:lnTo>
                  <a:pt x="3456432" y="0"/>
                </a:lnTo>
                <a:lnTo>
                  <a:pt x="5312664" y="1453896"/>
                </a:lnTo>
                <a:lnTo>
                  <a:pt x="0" y="932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3663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97C2-98FD-E791-0EE7-A3874414C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3DCC-40FE-1328-51D5-295F4932A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5DA3D9-E2B3-B016-AFB2-E7C62AE3277D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780DB76-C831-0946-4A82-A79FD906EA14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109B254-70B4-E1C2-C481-862EF7A0A78F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CFF7C92-AB78-3D39-CF99-D0A2756F7386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6894F0-1716-73EA-58BE-940C870A6F35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F81EB65-1F3E-C7F3-8ECB-B920AE54D711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2C9E62-5194-7B4D-FFE2-7655AA5AB807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1886E7-643D-4D2C-1401-C10C1BBA3903}"/>
              </a:ext>
            </a:extLst>
          </p:cNvPr>
          <p:cNvSpPr/>
          <p:nvPr/>
        </p:nvSpPr>
        <p:spPr>
          <a:xfrm>
            <a:off x="6135624" y="329184"/>
            <a:ext cx="5312664" cy="1453896"/>
          </a:xfrm>
          <a:custGeom>
            <a:avLst/>
            <a:gdLst>
              <a:gd name="connsiteX0" fmla="*/ 0 w 5312664"/>
              <a:gd name="connsiteY0" fmla="*/ 932688 h 1453896"/>
              <a:gd name="connsiteX1" fmla="*/ 3456432 w 5312664"/>
              <a:gd name="connsiteY1" fmla="*/ 0 h 1453896"/>
              <a:gd name="connsiteX2" fmla="*/ 5312664 w 5312664"/>
              <a:gd name="connsiteY2" fmla="*/ 1453896 h 1453896"/>
              <a:gd name="connsiteX3" fmla="*/ 0 w 5312664"/>
              <a:gd name="connsiteY3" fmla="*/ 932688 h 145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664" h="1453896">
                <a:moveTo>
                  <a:pt x="0" y="932688"/>
                </a:moveTo>
                <a:lnTo>
                  <a:pt x="3456432" y="0"/>
                </a:lnTo>
                <a:lnTo>
                  <a:pt x="5312664" y="1453896"/>
                </a:lnTo>
                <a:lnTo>
                  <a:pt x="0" y="932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1B69BF6-EE36-7E1E-C7E0-9AF18D6C7232}"/>
              </a:ext>
            </a:extLst>
          </p:cNvPr>
          <p:cNvSpPr/>
          <p:nvPr/>
        </p:nvSpPr>
        <p:spPr>
          <a:xfrm>
            <a:off x="4206240" y="1618488"/>
            <a:ext cx="3913632" cy="2395728"/>
          </a:xfrm>
          <a:custGeom>
            <a:avLst/>
            <a:gdLst>
              <a:gd name="connsiteX0" fmla="*/ 36576 w 3913632"/>
              <a:gd name="connsiteY0" fmla="*/ 2395728 h 2395728"/>
              <a:gd name="connsiteX1" fmla="*/ 0 w 3913632"/>
              <a:gd name="connsiteY1" fmla="*/ 1197864 h 2395728"/>
              <a:gd name="connsiteX2" fmla="*/ 3913632 w 3913632"/>
              <a:gd name="connsiteY2" fmla="*/ 0 h 2395728"/>
              <a:gd name="connsiteX3" fmla="*/ 3803904 w 3913632"/>
              <a:gd name="connsiteY3" fmla="*/ 1216152 h 2395728"/>
              <a:gd name="connsiteX4" fmla="*/ 36576 w 3913632"/>
              <a:gd name="connsiteY4" fmla="*/ 2395728 h 239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3632" h="2395728">
                <a:moveTo>
                  <a:pt x="36576" y="2395728"/>
                </a:moveTo>
                <a:lnTo>
                  <a:pt x="0" y="1197864"/>
                </a:lnTo>
                <a:lnTo>
                  <a:pt x="3913632" y="0"/>
                </a:lnTo>
                <a:lnTo>
                  <a:pt x="3803904" y="1216152"/>
                </a:lnTo>
                <a:lnTo>
                  <a:pt x="36576" y="23957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418BFB-F551-2F53-64D9-61487CA0BAE5}"/>
              </a:ext>
            </a:extLst>
          </p:cNvPr>
          <p:cNvSpPr/>
          <p:nvPr/>
        </p:nvSpPr>
        <p:spPr>
          <a:xfrm>
            <a:off x="4215384" y="-27432"/>
            <a:ext cx="3895344" cy="2816352"/>
          </a:xfrm>
          <a:custGeom>
            <a:avLst/>
            <a:gdLst>
              <a:gd name="connsiteX0" fmla="*/ 3895344 w 3895344"/>
              <a:gd name="connsiteY0" fmla="*/ 1636776 h 2816352"/>
              <a:gd name="connsiteX1" fmla="*/ 1965960 w 3895344"/>
              <a:gd name="connsiteY1" fmla="*/ 0 h 2816352"/>
              <a:gd name="connsiteX2" fmla="*/ 0 w 3895344"/>
              <a:gd name="connsiteY2" fmla="*/ 2816352 h 2816352"/>
              <a:gd name="connsiteX3" fmla="*/ 3895344 w 3895344"/>
              <a:gd name="connsiteY3" fmla="*/ 1636776 h 281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344" h="2816352">
                <a:moveTo>
                  <a:pt x="3895344" y="1636776"/>
                </a:moveTo>
                <a:lnTo>
                  <a:pt x="1965960" y="0"/>
                </a:lnTo>
                <a:lnTo>
                  <a:pt x="0" y="2816352"/>
                </a:lnTo>
                <a:lnTo>
                  <a:pt x="3895344" y="1636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51715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624D-71E2-1767-6F20-9DA12BB1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45C4-7F4A-5324-A890-26B3AAD9B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C5C83-AC4A-C5E4-DAA8-76670AA4F438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40CCD96-3DB0-85AC-73CB-D6A9DEE7C529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2E8B91E-DE94-4761-6C7D-30A2E85EFE92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9500F0A-F562-743B-BF21-24FE0FBFD904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4FD7E4-48F3-BAD7-871A-638D7B7A38E8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A6A0627-014A-DC74-B070-6C650F096628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02AF89-622B-9F25-ACDB-F66EF39E3F36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ED7A67-7EB0-3911-D66F-DFCF871EFE32}"/>
              </a:ext>
            </a:extLst>
          </p:cNvPr>
          <p:cNvSpPr/>
          <p:nvPr/>
        </p:nvSpPr>
        <p:spPr>
          <a:xfrm>
            <a:off x="6135624" y="329184"/>
            <a:ext cx="5312664" cy="1453896"/>
          </a:xfrm>
          <a:custGeom>
            <a:avLst/>
            <a:gdLst>
              <a:gd name="connsiteX0" fmla="*/ 0 w 5312664"/>
              <a:gd name="connsiteY0" fmla="*/ 932688 h 1453896"/>
              <a:gd name="connsiteX1" fmla="*/ 3456432 w 5312664"/>
              <a:gd name="connsiteY1" fmla="*/ 0 h 1453896"/>
              <a:gd name="connsiteX2" fmla="*/ 5312664 w 5312664"/>
              <a:gd name="connsiteY2" fmla="*/ 1453896 h 1453896"/>
              <a:gd name="connsiteX3" fmla="*/ 0 w 5312664"/>
              <a:gd name="connsiteY3" fmla="*/ 932688 h 145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664" h="1453896">
                <a:moveTo>
                  <a:pt x="0" y="932688"/>
                </a:moveTo>
                <a:lnTo>
                  <a:pt x="3456432" y="0"/>
                </a:lnTo>
                <a:lnTo>
                  <a:pt x="5312664" y="1453896"/>
                </a:lnTo>
                <a:lnTo>
                  <a:pt x="0" y="932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542C4AB-7E41-3C02-B068-3B3B335C5DB9}"/>
              </a:ext>
            </a:extLst>
          </p:cNvPr>
          <p:cNvSpPr/>
          <p:nvPr/>
        </p:nvSpPr>
        <p:spPr>
          <a:xfrm>
            <a:off x="4206240" y="1618488"/>
            <a:ext cx="3913632" cy="2395728"/>
          </a:xfrm>
          <a:custGeom>
            <a:avLst/>
            <a:gdLst>
              <a:gd name="connsiteX0" fmla="*/ 36576 w 3913632"/>
              <a:gd name="connsiteY0" fmla="*/ 2395728 h 2395728"/>
              <a:gd name="connsiteX1" fmla="*/ 0 w 3913632"/>
              <a:gd name="connsiteY1" fmla="*/ 1197864 h 2395728"/>
              <a:gd name="connsiteX2" fmla="*/ 3913632 w 3913632"/>
              <a:gd name="connsiteY2" fmla="*/ 0 h 2395728"/>
              <a:gd name="connsiteX3" fmla="*/ 3803904 w 3913632"/>
              <a:gd name="connsiteY3" fmla="*/ 1216152 h 2395728"/>
              <a:gd name="connsiteX4" fmla="*/ 36576 w 3913632"/>
              <a:gd name="connsiteY4" fmla="*/ 2395728 h 239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3632" h="2395728">
                <a:moveTo>
                  <a:pt x="36576" y="2395728"/>
                </a:moveTo>
                <a:lnTo>
                  <a:pt x="0" y="1197864"/>
                </a:lnTo>
                <a:lnTo>
                  <a:pt x="3913632" y="0"/>
                </a:lnTo>
                <a:lnTo>
                  <a:pt x="3803904" y="1216152"/>
                </a:lnTo>
                <a:lnTo>
                  <a:pt x="36576" y="23957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F73188-34EF-319F-B93C-88D60FE239F8}"/>
              </a:ext>
            </a:extLst>
          </p:cNvPr>
          <p:cNvSpPr/>
          <p:nvPr/>
        </p:nvSpPr>
        <p:spPr>
          <a:xfrm>
            <a:off x="4215384" y="-27432"/>
            <a:ext cx="3895344" cy="2816352"/>
          </a:xfrm>
          <a:custGeom>
            <a:avLst/>
            <a:gdLst>
              <a:gd name="connsiteX0" fmla="*/ 3895344 w 3895344"/>
              <a:gd name="connsiteY0" fmla="*/ 1636776 h 2816352"/>
              <a:gd name="connsiteX1" fmla="*/ 1965960 w 3895344"/>
              <a:gd name="connsiteY1" fmla="*/ 0 h 2816352"/>
              <a:gd name="connsiteX2" fmla="*/ 0 w 3895344"/>
              <a:gd name="connsiteY2" fmla="*/ 2816352 h 2816352"/>
              <a:gd name="connsiteX3" fmla="*/ 3895344 w 3895344"/>
              <a:gd name="connsiteY3" fmla="*/ 1636776 h 281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344" h="2816352">
                <a:moveTo>
                  <a:pt x="3895344" y="1636776"/>
                </a:moveTo>
                <a:lnTo>
                  <a:pt x="1965960" y="0"/>
                </a:lnTo>
                <a:lnTo>
                  <a:pt x="0" y="2816352"/>
                </a:lnTo>
                <a:lnTo>
                  <a:pt x="3895344" y="1636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989619-141D-FB55-8F7F-925EAA197052}"/>
              </a:ext>
            </a:extLst>
          </p:cNvPr>
          <p:cNvSpPr/>
          <p:nvPr/>
        </p:nvSpPr>
        <p:spPr>
          <a:xfrm>
            <a:off x="2373330" y="945222"/>
            <a:ext cx="1869897" cy="3092522"/>
          </a:xfrm>
          <a:custGeom>
            <a:avLst/>
            <a:gdLst>
              <a:gd name="connsiteX0" fmla="*/ 1828800 w 1869897"/>
              <a:gd name="connsiteY0" fmla="*/ 1828800 h 3092522"/>
              <a:gd name="connsiteX1" fmla="*/ 0 w 1869897"/>
              <a:gd name="connsiteY1" fmla="*/ 0 h 3092522"/>
              <a:gd name="connsiteX2" fmla="*/ 143839 w 1869897"/>
              <a:gd name="connsiteY2" fmla="*/ 1325367 h 3092522"/>
              <a:gd name="connsiteX3" fmla="*/ 1869897 w 1869897"/>
              <a:gd name="connsiteY3" fmla="*/ 3092522 h 3092522"/>
              <a:gd name="connsiteX4" fmla="*/ 1828800 w 1869897"/>
              <a:gd name="connsiteY4" fmla="*/ 1828800 h 3092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9897" h="3092522">
                <a:moveTo>
                  <a:pt x="1828800" y="1828800"/>
                </a:moveTo>
                <a:lnTo>
                  <a:pt x="0" y="0"/>
                </a:lnTo>
                <a:lnTo>
                  <a:pt x="143839" y="1325367"/>
                </a:lnTo>
                <a:lnTo>
                  <a:pt x="1869897" y="3092522"/>
                </a:lnTo>
                <a:lnTo>
                  <a:pt x="1828800" y="1828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B0C57BE-178D-981C-11B0-C4490D180D90}"/>
              </a:ext>
            </a:extLst>
          </p:cNvPr>
          <p:cNvSpPr/>
          <p:nvPr/>
        </p:nvSpPr>
        <p:spPr>
          <a:xfrm>
            <a:off x="2383604" y="-41097"/>
            <a:ext cx="3780890" cy="2815119"/>
          </a:xfrm>
          <a:custGeom>
            <a:avLst/>
            <a:gdLst>
              <a:gd name="connsiteX0" fmla="*/ 0 w 3780890"/>
              <a:gd name="connsiteY0" fmla="*/ 965771 h 2815119"/>
              <a:gd name="connsiteX1" fmla="*/ 3780890 w 3780890"/>
              <a:gd name="connsiteY1" fmla="*/ 0 h 2815119"/>
              <a:gd name="connsiteX2" fmla="*/ 3780890 w 3780890"/>
              <a:gd name="connsiteY2" fmla="*/ 0 h 2815119"/>
              <a:gd name="connsiteX3" fmla="*/ 1839075 w 3780890"/>
              <a:gd name="connsiteY3" fmla="*/ 2815119 h 2815119"/>
              <a:gd name="connsiteX4" fmla="*/ 0 w 3780890"/>
              <a:gd name="connsiteY4" fmla="*/ 965771 h 281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0890" h="2815119">
                <a:moveTo>
                  <a:pt x="0" y="965771"/>
                </a:moveTo>
                <a:lnTo>
                  <a:pt x="3780890" y="0"/>
                </a:lnTo>
                <a:lnTo>
                  <a:pt x="3780890" y="0"/>
                </a:lnTo>
                <a:lnTo>
                  <a:pt x="1839075" y="2815119"/>
                </a:lnTo>
                <a:lnTo>
                  <a:pt x="0" y="9657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310185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6C4A-EAE6-D9E1-EAA0-8091DFE9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5CE0-47FE-BE3B-47EF-EB122527C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D7B6ED-C1B7-B91D-DA49-7DFF7F07F7A3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1AC968-41EB-55B4-0D2D-D4251789A418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B9CFE9-9315-411B-4273-3EE1FEEB8353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93F4637-EBFA-F9C6-0EB7-79704B1EE015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8756B7B-93D0-95ED-400B-AC0195E44D7D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0F041CD-5232-1A94-A34F-DB47FF47BFC2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A6592C0-F767-A970-5A0B-DCE4F55CCA78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70B51BA-D7D7-7558-9D0F-AFF641C4ED7F}"/>
              </a:ext>
            </a:extLst>
          </p:cNvPr>
          <p:cNvSpPr/>
          <p:nvPr/>
        </p:nvSpPr>
        <p:spPr>
          <a:xfrm>
            <a:off x="6135624" y="329184"/>
            <a:ext cx="5312664" cy="1453896"/>
          </a:xfrm>
          <a:custGeom>
            <a:avLst/>
            <a:gdLst>
              <a:gd name="connsiteX0" fmla="*/ 0 w 5312664"/>
              <a:gd name="connsiteY0" fmla="*/ 932688 h 1453896"/>
              <a:gd name="connsiteX1" fmla="*/ 3456432 w 5312664"/>
              <a:gd name="connsiteY1" fmla="*/ 0 h 1453896"/>
              <a:gd name="connsiteX2" fmla="*/ 5312664 w 5312664"/>
              <a:gd name="connsiteY2" fmla="*/ 1453896 h 1453896"/>
              <a:gd name="connsiteX3" fmla="*/ 0 w 5312664"/>
              <a:gd name="connsiteY3" fmla="*/ 932688 h 145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664" h="1453896">
                <a:moveTo>
                  <a:pt x="0" y="932688"/>
                </a:moveTo>
                <a:lnTo>
                  <a:pt x="3456432" y="0"/>
                </a:lnTo>
                <a:lnTo>
                  <a:pt x="5312664" y="1453896"/>
                </a:lnTo>
                <a:lnTo>
                  <a:pt x="0" y="932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DAD5C3-45F7-A50C-F436-21ED12AA3C28}"/>
              </a:ext>
            </a:extLst>
          </p:cNvPr>
          <p:cNvSpPr/>
          <p:nvPr/>
        </p:nvSpPr>
        <p:spPr>
          <a:xfrm>
            <a:off x="4206240" y="1618488"/>
            <a:ext cx="3913632" cy="2395728"/>
          </a:xfrm>
          <a:custGeom>
            <a:avLst/>
            <a:gdLst>
              <a:gd name="connsiteX0" fmla="*/ 36576 w 3913632"/>
              <a:gd name="connsiteY0" fmla="*/ 2395728 h 2395728"/>
              <a:gd name="connsiteX1" fmla="*/ 0 w 3913632"/>
              <a:gd name="connsiteY1" fmla="*/ 1197864 h 2395728"/>
              <a:gd name="connsiteX2" fmla="*/ 3913632 w 3913632"/>
              <a:gd name="connsiteY2" fmla="*/ 0 h 2395728"/>
              <a:gd name="connsiteX3" fmla="*/ 3803904 w 3913632"/>
              <a:gd name="connsiteY3" fmla="*/ 1216152 h 2395728"/>
              <a:gd name="connsiteX4" fmla="*/ 36576 w 3913632"/>
              <a:gd name="connsiteY4" fmla="*/ 2395728 h 239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3632" h="2395728">
                <a:moveTo>
                  <a:pt x="36576" y="2395728"/>
                </a:moveTo>
                <a:lnTo>
                  <a:pt x="0" y="1197864"/>
                </a:lnTo>
                <a:lnTo>
                  <a:pt x="3913632" y="0"/>
                </a:lnTo>
                <a:lnTo>
                  <a:pt x="3803904" y="1216152"/>
                </a:lnTo>
                <a:lnTo>
                  <a:pt x="36576" y="23957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CC8B28F-D6F3-FD3E-9708-BF5DDD07AE1F}"/>
              </a:ext>
            </a:extLst>
          </p:cNvPr>
          <p:cNvSpPr/>
          <p:nvPr/>
        </p:nvSpPr>
        <p:spPr>
          <a:xfrm>
            <a:off x="4215384" y="-27432"/>
            <a:ext cx="3895344" cy="2816352"/>
          </a:xfrm>
          <a:custGeom>
            <a:avLst/>
            <a:gdLst>
              <a:gd name="connsiteX0" fmla="*/ 3895344 w 3895344"/>
              <a:gd name="connsiteY0" fmla="*/ 1636776 h 2816352"/>
              <a:gd name="connsiteX1" fmla="*/ 1965960 w 3895344"/>
              <a:gd name="connsiteY1" fmla="*/ 0 h 2816352"/>
              <a:gd name="connsiteX2" fmla="*/ 0 w 3895344"/>
              <a:gd name="connsiteY2" fmla="*/ 2816352 h 2816352"/>
              <a:gd name="connsiteX3" fmla="*/ 3895344 w 3895344"/>
              <a:gd name="connsiteY3" fmla="*/ 1636776 h 281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344" h="2816352">
                <a:moveTo>
                  <a:pt x="3895344" y="1636776"/>
                </a:moveTo>
                <a:lnTo>
                  <a:pt x="1965960" y="0"/>
                </a:lnTo>
                <a:lnTo>
                  <a:pt x="0" y="2816352"/>
                </a:lnTo>
                <a:lnTo>
                  <a:pt x="3895344" y="1636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D4C189-2629-FCEF-5D4E-04F6C09DBC76}"/>
              </a:ext>
            </a:extLst>
          </p:cNvPr>
          <p:cNvSpPr/>
          <p:nvPr/>
        </p:nvSpPr>
        <p:spPr>
          <a:xfrm>
            <a:off x="2373330" y="945222"/>
            <a:ext cx="1869897" cy="3092522"/>
          </a:xfrm>
          <a:custGeom>
            <a:avLst/>
            <a:gdLst>
              <a:gd name="connsiteX0" fmla="*/ 1828800 w 1869897"/>
              <a:gd name="connsiteY0" fmla="*/ 1828800 h 3092522"/>
              <a:gd name="connsiteX1" fmla="*/ 0 w 1869897"/>
              <a:gd name="connsiteY1" fmla="*/ 0 h 3092522"/>
              <a:gd name="connsiteX2" fmla="*/ 143839 w 1869897"/>
              <a:gd name="connsiteY2" fmla="*/ 1325367 h 3092522"/>
              <a:gd name="connsiteX3" fmla="*/ 1869897 w 1869897"/>
              <a:gd name="connsiteY3" fmla="*/ 3092522 h 3092522"/>
              <a:gd name="connsiteX4" fmla="*/ 1828800 w 1869897"/>
              <a:gd name="connsiteY4" fmla="*/ 1828800 h 3092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9897" h="3092522">
                <a:moveTo>
                  <a:pt x="1828800" y="1828800"/>
                </a:moveTo>
                <a:lnTo>
                  <a:pt x="0" y="0"/>
                </a:lnTo>
                <a:lnTo>
                  <a:pt x="143839" y="1325367"/>
                </a:lnTo>
                <a:lnTo>
                  <a:pt x="1869897" y="3092522"/>
                </a:lnTo>
                <a:lnTo>
                  <a:pt x="1828800" y="1828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CABF3B4-8258-E8EF-9882-E9BDAAA6C123}"/>
              </a:ext>
            </a:extLst>
          </p:cNvPr>
          <p:cNvSpPr/>
          <p:nvPr/>
        </p:nvSpPr>
        <p:spPr>
          <a:xfrm>
            <a:off x="2383604" y="-41097"/>
            <a:ext cx="3780890" cy="2815119"/>
          </a:xfrm>
          <a:custGeom>
            <a:avLst/>
            <a:gdLst>
              <a:gd name="connsiteX0" fmla="*/ 0 w 3780890"/>
              <a:gd name="connsiteY0" fmla="*/ 965771 h 2815119"/>
              <a:gd name="connsiteX1" fmla="*/ 3780890 w 3780890"/>
              <a:gd name="connsiteY1" fmla="*/ 0 h 2815119"/>
              <a:gd name="connsiteX2" fmla="*/ 3780890 w 3780890"/>
              <a:gd name="connsiteY2" fmla="*/ 0 h 2815119"/>
              <a:gd name="connsiteX3" fmla="*/ 1839075 w 3780890"/>
              <a:gd name="connsiteY3" fmla="*/ 2815119 h 2815119"/>
              <a:gd name="connsiteX4" fmla="*/ 0 w 3780890"/>
              <a:gd name="connsiteY4" fmla="*/ 965771 h 281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0890" h="2815119">
                <a:moveTo>
                  <a:pt x="0" y="965771"/>
                </a:moveTo>
                <a:lnTo>
                  <a:pt x="3780890" y="0"/>
                </a:lnTo>
                <a:lnTo>
                  <a:pt x="3780890" y="0"/>
                </a:lnTo>
                <a:lnTo>
                  <a:pt x="1839075" y="2815119"/>
                </a:lnTo>
                <a:lnTo>
                  <a:pt x="0" y="9657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367506-F469-9D41-242F-4F7972E0E178}"/>
              </a:ext>
            </a:extLst>
          </p:cNvPr>
          <p:cNvSpPr/>
          <p:nvPr/>
        </p:nvSpPr>
        <p:spPr>
          <a:xfrm>
            <a:off x="4294598" y="4150760"/>
            <a:ext cx="3626777" cy="2476071"/>
          </a:xfrm>
          <a:custGeom>
            <a:avLst/>
            <a:gdLst>
              <a:gd name="connsiteX0" fmla="*/ 0 w 3626777"/>
              <a:gd name="connsiteY0" fmla="*/ 1294543 h 2476071"/>
              <a:gd name="connsiteX1" fmla="*/ 20548 w 3626777"/>
              <a:gd name="connsiteY1" fmla="*/ 2476071 h 2476071"/>
              <a:gd name="connsiteX2" fmla="*/ 3544584 w 3626777"/>
              <a:gd name="connsiteY2" fmla="*/ 1202076 h 2476071"/>
              <a:gd name="connsiteX3" fmla="*/ 3626777 w 3626777"/>
              <a:gd name="connsiteY3" fmla="*/ 0 h 2476071"/>
              <a:gd name="connsiteX4" fmla="*/ 0 w 3626777"/>
              <a:gd name="connsiteY4" fmla="*/ 1294543 h 24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6777" h="2476071">
                <a:moveTo>
                  <a:pt x="0" y="1294543"/>
                </a:moveTo>
                <a:lnTo>
                  <a:pt x="20548" y="2476071"/>
                </a:lnTo>
                <a:lnTo>
                  <a:pt x="3544584" y="1202076"/>
                </a:lnTo>
                <a:lnTo>
                  <a:pt x="3626777" y="0"/>
                </a:lnTo>
                <a:lnTo>
                  <a:pt x="0" y="12945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37314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FB4CA-36D5-E6FD-8EB1-025DA1C0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E354-3447-58C3-D924-AA639EB50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2CA0B-3624-569A-49AA-AF5789DC27E7}"/>
              </a:ext>
            </a:extLst>
          </p:cNvPr>
          <p:cNvSpPr txBox="1"/>
          <p:nvPr/>
        </p:nvSpPr>
        <p:spPr>
          <a:xfrm>
            <a:off x="7993380" y="5129796"/>
            <a:ext cx="380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sz="1000" dirty="0"/>
              <a:t>emb</a:t>
            </a:r>
            <a:r>
              <a:rPr lang="en-US" dirty="0"/>
              <a:t>= 18,2x18,2x6,0x0,5=993,72 cm3</a:t>
            </a:r>
          </a:p>
          <a:p>
            <a:r>
              <a:rPr lang="en-US" dirty="0"/>
              <a:t>V</a:t>
            </a:r>
            <a:r>
              <a:rPr lang="en-US" sz="1000" dirty="0"/>
              <a:t>emb =</a:t>
            </a:r>
            <a:r>
              <a:rPr lang="en-US" dirty="0"/>
              <a:t> 9,9 dl = 0,99 l</a:t>
            </a:r>
            <a:endParaRPr lang="nb-NO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E683D80-5DD6-3655-DD61-50E4A6E941C6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065B2B5-CFB8-1812-CF0D-579D6D22CFE5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E5AF43-5799-0670-4882-692F596499A7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B59CE34-0D08-9E46-8D84-AA8614A91C44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40D3B83-8139-7928-82F6-33AAAA383657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04AB1EF-0CB0-B234-635C-2B75854854CC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90C97-EEC0-A446-719B-710E4BF5BC99}"/>
              </a:ext>
            </a:extLst>
          </p:cNvPr>
          <p:cNvSpPr/>
          <p:nvPr/>
        </p:nvSpPr>
        <p:spPr>
          <a:xfrm>
            <a:off x="6135624" y="329184"/>
            <a:ext cx="5312664" cy="1453896"/>
          </a:xfrm>
          <a:custGeom>
            <a:avLst/>
            <a:gdLst>
              <a:gd name="connsiteX0" fmla="*/ 0 w 5312664"/>
              <a:gd name="connsiteY0" fmla="*/ 932688 h 1453896"/>
              <a:gd name="connsiteX1" fmla="*/ 3456432 w 5312664"/>
              <a:gd name="connsiteY1" fmla="*/ 0 h 1453896"/>
              <a:gd name="connsiteX2" fmla="*/ 5312664 w 5312664"/>
              <a:gd name="connsiteY2" fmla="*/ 1453896 h 1453896"/>
              <a:gd name="connsiteX3" fmla="*/ 0 w 5312664"/>
              <a:gd name="connsiteY3" fmla="*/ 932688 h 145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664" h="1453896">
                <a:moveTo>
                  <a:pt x="0" y="932688"/>
                </a:moveTo>
                <a:lnTo>
                  <a:pt x="3456432" y="0"/>
                </a:lnTo>
                <a:lnTo>
                  <a:pt x="5312664" y="1453896"/>
                </a:lnTo>
                <a:lnTo>
                  <a:pt x="0" y="932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73ACE7-EC45-7BBB-AE7E-F51EDF873CDB}"/>
              </a:ext>
            </a:extLst>
          </p:cNvPr>
          <p:cNvSpPr/>
          <p:nvPr/>
        </p:nvSpPr>
        <p:spPr>
          <a:xfrm>
            <a:off x="4206240" y="1618488"/>
            <a:ext cx="3913632" cy="2395728"/>
          </a:xfrm>
          <a:custGeom>
            <a:avLst/>
            <a:gdLst>
              <a:gd name="connsiteX0" fmla="*/ 36576 w 3913632"/>
              <a:gd name="connsiteY0" fmla="*/ 2395728 h 2395728"/>
              <a:gd name="connsiteX1" fmla="*/ 0 w 3913632"/>
              <a:gd name="connsiteY1" fmla="*/ 1197864 h 2395728"/>
              <a:gd name="connsiteX2" fmla="*/ 3913632 w 3913632"/>
              <a:gd name="connsiteY2" fmla="*/ 0 h 2395728"/>
              <a:gd name="connsiteX3" fmla="*/ 3803904 w 3913632"/>
              <a:gd name="connsiteY3" fmla="*/ 1216152 h 2395728"/>
              <a:gd name="connsiteX4" fmla="*/ 36576 w 3913632"/>
              <a:gd name="connsiteY4" fmla="*/ 2395728 h 239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3632" h="2395728">
                <a:moveTo>
                  <a:pt x="36576" y="2395728"/>
                </a:moveTo>
                <a:lnTo>
                  <a:pt x="0" y="1197864"/>
                </a:lnTo>
                <a:lnTo>
                  <a:pt x="3913632" y="0"/>
                </a:lnTo>
                <a:lnTo>
                  <a:pt x="3803904" y="1216152"/>
                </a:lnTo>
                <a:lnTo>
                  <a:pt x="36576" y="23957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350174-C27A-B635-9283-75F859D1857E}"/>
              </a:ext>
            </a:extLst>
          </p:cNvPr>
          <p:cNvSpPr/>
          <p:nvPr/>
        </p:nvSpPr>
        <p:spPr>
          <a:xfrm>
            <a:off x="4215384" y="-27432"/>
            <a:ext cx="3895344" cy="2816352"/>
          </a:xfrm>
          <a:custGeom>
            <a:avLst/>
            <a:gdLst>
              <a:gd name="connsiteX0" fmla="*/ 3895344 w 3895344"/>
              <a:gd name="connsiteY0" fmla="*/ 1636776 h 2816352"/>
              <a:gd name="connsiteX1" fmla="*/ 1965960 w 3895344"/>
              <a:gd name="connsiteY1" fmla="*/ 0 h 2816352"/>
              <a:gd name="connsiteX2" fmla="*/ 0 w 3895344"/>
              <a:gd name="connsiteY2" fmla="*/ 2816352 h 2816352"/>
              <a:gd name="connsiteX3" fmla="*/ 3895344 w 3895344"/>
              <a:gd name="connsiteY3" fmla="*/ 1636776 h 281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344" h="2816352">
                <a:moveTo>
                  <a:pt x="3895344" y="1636776"/>
                </a:moveTo>
                <a:lnTo>
                  <a:pt x="1965960" y="0"/>
                </a:lnTo>
                <a:lnTo>
                  <a:pt x="0" y="2816352"/>
                </a:lnTo>
                <a:lnTo>
                  <a:pt x="3895344" y="1636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6BFD51-8E0E-C496-2702-188801366CAC}"/>
              </a:ext>
            </a:extLst>
          </p:cNvPr>
          <p:cNvSpPr/>
          <p:nvPr/>
        </p:nvSpPr>
        <p:spPr>
          <a:xfrm>
            <a:off x="2373330" y="945222"/>
            <a:ext cx="1869897" cy="3092522"/>
          </a:xfrm>
          <a:custGeom>
            <a:avLst/>
            <a:gdLst>
              <a:gd name="connsiteX0" fmla="*/ 1828800 w 1869897"/>
              <a:gd name="connsiteY0" fmla="*/ 1828800 h 3092522"/>
              <a:gd name="connsiteX1" fmla="*/ 0 w 1869897"/>
              <a:gd name="connsiteY1" fmla="*/ 0 h 3092522"/>
              <a:gd name="connsiteX2" fmla="*/ 143839 w 1869897"/>
              <a:gd name="connsiteY2" fmla="*/ 1325367 h 3092522"/>
              <a:gd name="connsiteX3" fmla="*/ 1869897 w 1869897"/>
              <a:gd name="connsiteY3" fmla="*/ 3092522 h 3092522"/>
              <a:gd name="connsiteX4" fmla="*/ 1828800 w 1869897"/>
              <a:gd name="connsiteY4" fmla="*/ 1828800 h 3092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9897" h="3092522">
                <a:moveTo>
                  <a:pt x="1828800" y="1828800"/>
                </a:moveTo>
                <a:lnTo>
                  <a:pt x="0" y="0"/>
                </a:lnTo>
                <a:lnTo>
                  <a:pt x="143839" y="1325367"/>
                </a:lnTo>
                <a:lnTo>
                  <a:pt x="1869897" y="3092522"/>
                </a:lnTo>
                <a:lnTo>
                  <a:pt x="1828800" y="1828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648A2E-2FF6-1008-2DCA-0E75281C9DB6}"/>
              </a:ext>
            </a:extLst>
          </p:cNvPr>
          <p:cNvSpPr/>
          <p:nvPr/>
        </p:nvSpPr>
        <p:spPr>
          <a:xfrm>
            <a:off x="2383604" y="-41097"/>
            <a:ext cx="3780890" cy="2815119"/>
          </a:xfrm>
          <a:custGeom>
            <a:avLst/>
            <a:gdLst>
              <a:gd name="connsiteX0" fmla="*/ 0 w 3780890"/>
              <a:gd name="connsiteY0" fmla="*/ 965771 h 2815119"/>
              <a:gd name="connsiteX1" fmla="*/ 3780890 w 3780890"/>
              <a:gd name="connsiteY1" fmla="*/ 0 h 2815119"/>
              <a:gd name="connsiteX2" fmla="*/ 3780890 w 3780890"/>
              <a:gd name="connsiteY2" fmla="*/ 0 h 2815119"/>
              <a:gd name="connsiteX3" fmla="*/ 1839075 w 3780890"/>
              <a:gd name="connsiteY3" fmla="*/ 2815119 h 2815119"/>
              <a:gd name="connsiteX4" fmla="*/ 0 w 3780890"/>
              <a:gd name="connsiteY4" fmla="*/ 965771 h 281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0890" h="2815119">
                <a:moveTo>
                  <a:pt x="0" y="965771"/>
                </a:moveTo>
                <a:lnTo>
                  <a:pt x="3780890" y="0"/>
                </a:lnTo>
                <a:lnTo>
                  <a:pt x="3780890" y="0"/>
                </a:lnTo>
                <a:lnTo>
                  <a:pt x="1839075" y="2815119"/>
                </a:lnTo>
                <a:lnTo>
                  <a:pt x="0" y="9657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6C16FC5-171A-1EB6-F76E-FDBE66CFB477}"/>
              </a:ext>
            </a:extLst>
          </p:cNvPr>
          <p:cNvSpPr/>
          <p:nvPr/>
        </p:nvSpPr>
        <p:spPr>
          <a:xfrm>
            <a:off x="4294598" y="4150760"/>
            <a:ext cx="3626777" cy="2476071"/>
          </a:xfrm>
          <a:custGeom>
            <a:avLst/>
            <a:gdLst>
              <a:gd name="connsiteX0" fmla="*/ 0 w 3626777"/>
              <a:gd name="connsiteY0" fmla="*/ 1294543 h 2476071"/>
              <a:gd name="connsiteX1" fmla="*/ 20548 w 3626777"/>
              <a:gd name="connsiteY1" fmla="*/ 2476071 h 2476071"/>
              <a:gd name="connsiteX2" fmla="*/ 3544584 w 3626777"/>
              <a:gd name="connsiteY2" fmla="*/ 1202076 h 2476071"/>
              <a:gd name="connsiteX3" fmla="*/ 3626777 w 3626777"/>
              <a:gd name="connsiteY3" fmla="*/ 0 h 2476071"/>
              <a:gd name="connsiteX4" fmla="*/ 0 w 3626777"/>
              <a:gd name="connsiteY4" fmla="*/ 1294543 h 24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6777" h="2476071">
                <a:moveTo>
                  <a:pt x="0" y="1294543"/>
                </a:moveTo>
                <a:lnTo>
                  <a:pt x="20548" y="2476071"/>
                </a:lnTo>
                <a:lnTo>
                  <a:pt x="3544584" y="1202076"/>
                </a:lnTo>
                <a:lnTo>
                  <a:pt x="3626777" y="0"/>
                </a:lnTo>
                <a:lnTo>
                  <a:pt x="0" y="12945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F698F61-2766-B6F8-030E-9F4D7DC951D0}"/>
              </a:ext>
            </a:extLst>
          </p:cNvPr>
          <p:cNvSpPr/>
          <p:nvPr/>
        </p:nvSpPr>
        <p:spPr>
          <a:xfrm>
            <a:off x="2650733" y="3606229"/>
            <a:ext cx="1654139" cy="2989780"/>
          </a:xfrm>
          <a:custGeom>
            <a:avLst/>
            <a:gdLst>
              <a:gd name="connsiteX0" fmla="*/ 0 w 1654139"/>
              <a:gd name="connsiteY0" fmla="*/ 0 h 2989780"/>
              <a:gd name="connsiteX1" fmla="*/ 133564 w 1654139"/>
              <a:gd name="connsiteY1" fmla="*/ 1335641 h 2989780"/>
              <a:gd name="connsiteX2" fmla="*/ 1643865 w 1654139"/>
              <a:gd name="connsiteY2" fmla="*/ 2989780 h 2989780"/>
              <a:gd name="connsiteX3" fmla="*/ 1654139 w 1654139"/>
              <a:gd name="connsiteY3" fmla="*/ 1808252 h 2989780"/>
              <a:gd name="connsiteX4" fmla="*/ 0 w 1654139"/>
              <a:gd name="connsiteY4" fmla="*/ 0 h 298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4139" h="2989780">
                <a:moveTo>
                  <a:pt x="0" y="0"/>
                </a:moveTo>
                <a:lnTo>
                  <a:pt x="133564" y="1335641"/>
                </a:lnTo>
                <a:lnTo>
                  <a:pt x="1643865" y="2989780"/>
                </a:lnTo>
                <a:cubicBezTo>
                  <a:pt x="1647290" y="2595937"/>
                  <a:pt x="1650714" y="2202095"/>
                  <a:pt x="1654139" y="180825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047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ADBD-F14D-890D-5248-5852E70A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ED1D-C58D-E401-3971-AA387DD4B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5EFB278-07FD-8661-C219-63FD0C1FC5E8}"/>
              </a:ext>
            </a:extLst>
          </p:cNvPr>
          <p:cNvSpPr/>
          <p:nvPr/>
        </p:nvSpPr>
        <p:spPr>
          <a:xfrm>
            <a:off x="2505456" y="2258568"/>
            <a:ext cx="5495544" cy="1801368"/>
          </a:xfrm>
          <a:custGeom>
            <a:avLst/>
            <a:gdLst>
              <a:gd name="connsiteX0" fmla="*/ 0 w 5495544"/>
              <a:gd name="connsiteY0" fmla="*/ 0 h 1801368"/>
              <a:gd name="connsiteX1" fmla="*/ 1728216 w 5495544"/>
              <a:gd name="connsiteY1" fmla="*/ 1801368 h 1801368"/>
              <a:gd name="connsiteX2" fmla="*/ 5495544 w 5495544"/>
              <a:gd name="connsiteY2" fmla="*/ 630936 h 1801368"/>
              <a:gd name="connsiteX3" fmla="*/ 0 w 5495544"/>
              <a:gd name="connsiteY3" fmla="*/ 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801368">
                <a:moveTo>
                  <a:pt x="0" y="0"/>
                </a:moveTo>
                <a:lnTo>
                  <a:pt x="1728216" y="1801368"/>
                </a:lnTo>
                <a:lnTo>
                  <a:pt x="5495544" y="63093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0F17131-E9F1-262F-A4EC-5661C742A66D}"/>
              </a:ext>
            </a:extLst>
          </p:cNvPr>
          <p:cNvSpPr/>
          <p:nvPr/>
        </p:nvSpPr>
        <p:spPr>
          <a:xfrm>
            <a:off x="2505456" y="2276856"/>
            <a:ext cx="1764792" cy="3127248"/>
          </a:xfrm>
          <a:custGeom>
            <a:avLst/>
            <a:gdLst>
              <a:gd name="connsiteX0" fmla="*/ 0 w 1764792"/>
              <a:gd name="connsiteY0" fmla="*/ 0 h 3127248"/>
              <a:gd name="connsiteX1" fmla="*/ 146304 w 1764792"/>
              <a:gd name="connsiteY1" fmla="*/ 1316736 h 3127248"/>
              <a:gd name="connsiteX2" fmla="*/ 1764792 w 1764792"/>
              <a:gd name="connsiteY2" fmla="*/ 3127248 h 3127248"/>
              <a:gd name="connsiteX3" fmla="*/ 1728216 w 1764792"/>
              <a:gd name="connsiteY3" fmla="*/ 1764792 h 3127248"/>
              <a:gd name="connsiteX4" fmla="*/ 0 w 1764792"/>
              <a:gd name="connsiteY4" fmla="*/ 0 h 312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4792" h="3127248">
                <a:moveTo>
                  <a:pt x="0" y="0"/>
                </a:moveTo>
                <a:lnTo>
                  <a:pt x="146304" y="1316736"/>
                </a:lnTo>
                <a:lnTo>
                  <a:pt x="1764792" y="3127248"/>
                </a:lnTo>
                <a:lnTo>
                  <a:pt x="1728216" y="176479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CD780A-D960-41F2-1A76-3F96B291C282}"/>
              </a:ext>
            </a:extLst>
          </p:cNvPr>
          <p:cNvSpPr/>
          <p:nvPr/>
        </p:nvSpPr>
        <p:spPr>
          <a:xfrm>
            <a:off x="4233672" y="2889504"/>
            <a:ext cx="3767328" cy="2523744"/>
          </a:xfrm>
          <a:custGeom>
            <a:avLst/>
            <a:gdLst>
              <a:gd name="connsiteX0" fmla="*/ 0 w 3767328"/>
              <a:gd name="connsiteY0" fmla="*/ 1152144 h 2523744"/>
              <a:gd name="connsiteX1" fmla="*/ 54864 w 3767328"/>
              <a:gd name="connsiteY1" fmla="*/ 2523744 h 2523744"/>
              <a:gd name="connsiteX2" fmla="*/ 3666744 w 3767328"/>
              <a:gd name="connsiteY2" fmla="*/ 1271016 h 2523744"/>
              <a:gd name="connsiteX3" fmla="*/ 3767328 w 3767328"/>
              <a:gd name="connsiteY3" fmla="*/ 0 h 2523744"/>
              <a:gd name="connsiteX4" fmla="*/ 0 w 3767328"/>
              <a:gd name="connsiteY4" fmla="*/ 1152144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7328" h="2523744">
                <a:moveTo>
                  <a:pt x="0" y="1152144"/>
                </a:moveTo>
                <a:lnTo>
                  <a:pt x="54864" y="2523744"/>
                </a:lnTo>
                <a:lnTo>
                  <a:pt x="3666744" y="1271016"/>
                </a:lnTo>
                <a:lnTo>
                  <a:pt x="3767328" y="0"/>
                </a:lnTo>
                <a:lnTo>
                  <a:pt x="0" y="11521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4C1F6BA-174B-65F8-45CA-379AF618511B}"/>
              </a:ext>
            </a:extLst>
          </p:cNvPr>
          <p:cNvSpPr/>
          <p:nvPr/>
        </p:nvSpPr>
        <p:spPr>
          <a:xfrm>
            <a:off x="2505456" y="1271016"/>
            <a:ext cx="5495544" cy="1591056"/>
          </a:xfrm>
          <a:custGeom>
            <a:avLst/>
            <a:gdLst>
              <a:gd name="connsiteX0" fmla="*/ 0 w 5495544"/>
              <a:gd name="connsiteY0" fmla="*/ 996696 h 1591056"/>
              <a:gd name="connsiteX1" fmla="*/ 3575304 w 5495544"/>
              <a:gd name="connsiteY1" fmla="*/ 0 h 1591056"/>
              <a:gd name="connsiteX2" fmla="*/ 5495544 w 5495544"/>
              <a:gd name="connsiteY2" fmla="*/ 1591056 h 1591056"/>
              <a:gd name="connsiteX3" fmla="*/ 0 w 5495544"/>
              <a:gd name="connsiteY3" fmla="*/ 996696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1591056">
                <a:moveTo>
                  <a:pt x="0" y="996696"/>
                </a:moveTo>
                <a:lnTo>
                  <a:pt x="3575304" y="0"/>
                </a:lnTo>
                <a:lnTo>
                  <a:pt x="5495544" y="1591056"/>
                </a:lnTo>
                <a:lnTo>
                  <a:pt x="0" y="9966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9415E2-6151-D8C1-B42C-94668B688BB7}"/>
              </a:ext>
            </a:extLst>
          </p:cNvPr>
          <p:cNvSpPr/>
          <p:nvPr/>
        </p:nvSpPr>
        <p:spPr>
          <a:xfrm>
            <a:off x="7918704" y="1801368"/>
            <a:ext cx="3575304" cy="2322576"/>
          </a:xfrm>
          <a:custGeom>
            <a:avLst/>
            <a:gdLst>
              <a:gd name="connsiteX0" fmla="*/ 100584 w 3575304"/>
              <a:gd name="connsiteY0" fmla="*/ 1078992 h 2322576"/>
              <a:gd name="connsiteX1" fmla="*/ 3575304 w 3575304"/>
              <a:gd name="connsiteY1" fmla="*/ 0 h 2322576"/>
              <a:gd name="connsiteX2" fmla="*/ 3438144 w 3575304"/>
              <a:gd name="connsiteY2" fmla="*/ 1106424 h 2322576"/>
              <a:gd name="connsiteX3" fmla="*/ 0 w 3575304"/>
              <a:gd name="connsiteY3" fmla="*/ 2322576 h 2322576"/>
              <a:gd name="connsiteX4" fmla="*/ 100584 w 3575304"/>
              <a:gd name="connsiteY4" fmla="*/ 1078992 h 232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304" h="2322576">
                <a:moveTo>
                  <a:pt x="100584" y="1078992"/>
                </a:moveTo>
                <a:lnTo>
                  <a:pt x="3575304" y="0"/>
                </a:lnTo>
                <a:lnTo>
                  <a:pt x="3438144" y="1106424"/>
                </a:lnTo>
                <a:lnTo>
                  <a:pt x="0" y="2322576"/>
                </a:lnTo>
                <a:lnTo>
                  <a:pt x="100584" y="107899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C4CFD8-8F16-C8AF-586C-9F516CCF1C6D}"/>
              </a:ext>
            </a:extLst>
          </p:cNvPr>
          <p:cNvSpPr/>
          <p:nvPr/>
        </p:nvSpPr>
        <p:spPr>
          <a:xfrm>
            <a:off x="6080760" y="1271016"/>
            <a:ext cx="5385816" cy="1618488"/>
          </a:xfrm>
          <a:custGeom>
            <a:avLst/>
            <a:gdLst>
              <a:gd name="connsiteX0" fmla="*/ 0 w 5385816"/>
              <a:gd name="connsiteY0" fmla="*/ 0 h 1618488"/>
              <a:gd name="connsiteX1" fmla="*/ 5385816 w 5385816"/>
              <a:gd name="connsiteY1" fmla="*/ 530352 h 1618488"/>
              <a:gd name="connsiteX2" fmla="*/ 1920240 w 5385816"/>
              <a:gd name="connsiteY2" fmla="*/ 1618488 h 1618488"/>
              <a:gd name="connsiteX3" fmla="*/ 0 w 5385816"/>
              <a:gd name="connsiteY3" fmla="*/ 0 h 161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85816" h="1618488">
                <a:moveTo>
                  <a:pt x="0" y="0"/>
                </a:moveTo>
                <a:lnTo>
                  <a:pt x="5385816" y="530352"/>
                </a:lnTo>
                <a:lnTo>
                  <a:pt x="1920240" y="16184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E2390E-38E5-FA64-529A-6BF8CBEC3210}"/>
              </a:ext>
            </a:extLst>
          </p:cNvPr>
          <p:cNvSpPr/>
          <p:nvPr/>
        </p:nvSpPr>
        <p:spPr>
          <a:xfrm>
            <a:off x="6135624" y="329184"/>
            <a:ext cx="5312664" cy="1453896"/>
          </a:xfrm>
          <a:custGeom>
            <a:avLst/>
            <a:gdLst>
              <a:gd name="connsiteX0" fmla="*/ 0 w 5312664"/>
              <a:gd name="connsiteY0" fmla="*/ 932688 h 1453896"/>
              <a:gd name="connsiteX1" fmla="*/ 3456432 w 5312664"/>
              <a:gd name="connsiteY1" fmla="*/ 0 h 1453896"/>
              <a:gd name="connsiteX2" fmla="*/ 5312664 w 5312664"/>
              <a:gd name="connsiteY2" fmla="*/ 1453896 h 1453896"/>
              <a:gd name="connsiteX3" fmla="*/ 0 w 5312664"/>
              <a:gd name="connsiteY3" fmla="*/ 932688 h 1453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664" h="1453896">
                <a:moveTo>
                  <a:pt x="0" y="932688"/>
                </a:moveTo>
                <a:lnTo>
                  <a:pt x="3456432" y="0"/>
                </a:lnTo>
                <a:lnTo>
                  <a:pt x="5312664" y="1453896"/>
                </a:lnTo>
                <a:lnTo>
                  <a:pt x="0" y="932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E0D7DBC-D54B-D940-DDD5-FD0C3AEDDD64}"/>
              </a:ext>
            </a:extLst>
          </p:cNvPr>
          <p:cNvSpPr/>
          <p:nvPr/>
        </p:nvSpPr>
        <p:spPr>
          <a:xfrm>
            <a:off x="4206240" y="1618488"/>
            <a:ext cx="3913632" cy="2395728"/>
          </a:xfrm>
          <a:custGeom>
            <a:avLst/>
            <a:gdLst>
              <a:gd name="connsiteX0" fmla="*/ 36576 w 3913632"/>
              <a:gd name="connsiteY0" fmla="*/ 2395728 h 2395728"/>
              <a:gd name="connsiteX1" fmla="*/ 0 w 3913632"/>
              <a:gd name="connsiteY1" fmla="*/ 1197864 h 2395728"/>
              <a:gd name="connsiteX2" fmla="*/ 3913632 w 3913632"/>
              <a:gd name="connsiteY2" fmla="*/ 0 h 2395728"/>
              <a:gd name="connsiteX3" fmla="*/ 3803904 w 3913632"/>
              <a:gd name="connsiteY3" fmla="*/ 1216152 h 2395728"/>
              <a:gd name="connsiteX4" fmla="*/ 36576 w 3913632"/>
              <a:gd name="connsiteY4" fmla="*/ 2395728 h 239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3632" h="2395728">
                <a:moveTo>
                  <a:pt x="36576" y="2395728"/>
                </a:moveTo>
                <a:lnTo>
                  <a:pt x="0" y="1197864"/>
                </a:lnTo>
                <a:lnTo>
                  <a:pt x="3913632" y="0"/>
                </a:lnTo>
                <a:lnTo>
                  <a:pt x="3803904" y="1216152"/>
                </a:lnTo>
                <a:lnTo>
                  <a:pt x="36576" y="239572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6BD9AB-0B14-72ED-0DB6-A883EE95D57A}"/>
              </a:ext>
            </a:extLst>
          </p:cNvPr>
          <p:cNvSpPr/>
          <p:nvPr/>
        </p:nvSpPr>
        <p:spPr>
          <a:xfrm>
            <a:off x="4215384" y="-27432"/>
            <a:ext cx="3895344" cy="2816352"/>
          </a:xfrm>
          <a:custGeom>
            <a:avLst/>
            <a:gdLst>
              <a:gd name="connsiteX0" fmla="*/ 3895344 w 3895344"/>
              <a:gd name="connsiteY0" fmla="*/ 1636776 h 2816352"/>
              <a:gd name="connsiteX1" fmla="*/ 1965960 w 3895344"/>
              <a:gd name="connsiteY1" fmla="*/ 0 h 2816352"/>
              <a:gd name="connsiteX2" fmla="*/ 0 w 3895344"/>
              <a:gd name="connsiteY2" fmla="*/ 2816352 h 2816352"/>
              <a:gd name="connsiteX3" fmla="*/ 3895344 w 3895344"/>
              <a:gd name="connsiteY3" fmla="*/ 1636776 h 281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5344" h="2816352">
                <a:moveTo>
                  <a:pt x="3895344" y="1636776"/>
                </a:moveTo>
                <a:lnTo>
                  <a:pt x="1965960" y="0"/>
                </a:lnTo>
                <a:lnTo>
                  <a:pt x="0" y="2816352"/>
                </a:lnTo>
                <a:lnTo>
                  <a:pt x="3895344" y="1636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BF29AB4-8188-6A64-15AC-060B004F787B}"/>
              </a:ext>
            </a:extLst>
          </p:cNvPr>
          <p:cNvSpPr/>
          <p:nvPr/>
        </p:nvSpPr>
        <p:spPr>
          <a:xfrm>
            <a:off x="2373330" y="945222"/>
            <a:ext cx="1869897" cy="3092522"/>
          </a:xfrm>
          <a:custGeom>
            <a:avLst/>
            <a:gdLst>
              <a:gd name="connsiteX0" fmla="*/ 1828800 w 1869897"/>
              <a:gd name="connsiteY0" fmla="*/ 1828800 h 3092522"/>
              <a:gd name="connsiteX1" fmla="*/ 0 w 1869897"/>
              <a:gd name="connsiteY1" fmla="*/ 0 h 3092522"/>
              <a:gd name="connsiteX2" fmla="*/ 143839 w 1869897"/>
              <a:gd name="connsiteY2" fmla="*/ 1325367 h 3092522"/>
              <a:gd name="connsiteX3" fmla="*/ 1869897 w 1869897"/>
              <a:gd name="connsiteY3" fmla="*/ 3092522 h 3092522"/>
              <a:gd name="connsiteX4" fmla="*/ 1828800 w 1869897"/>
              <a:gd name="connsiteY4" fmla="*/ 1828800 h 3092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9897" h="3092522">
                <a:moveTo>
                  <a:pt x="1828800" y="1828800"/>
                </a:moveTo>
                <a:lnTo>
                  <a:pt x="0" y="0"/>
                </a:lnTo>
                <a:lnTo>
                  <a:pt x="143839" y="1325367"/>
                </a:lnTo>
                <a:lnTo>
                  <a:pt x="1869897" y="3092522"/>
                </a:lnTo>
                <a:lnTo>
                  <a:pt x="1828800" y="1828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7D2A9D1-0DB9-4CF1-2650-F78A10AD3EB9}"/>
              </a:ext>
            </a:extLst>
          </p:cNvPr>
          <p:cNvSpPr/>
          <p:nvPr/>
        </p:nvSpPr>
        <p:spPr>
          <a:xfrm>
            <a:off x="2383604" y="-41097"/>
            <a:ext cx="3780890" cy="2815119"/>
          </a:xfrm>
          <a:custGeom>
            <a:avLst/>
            <a:gdLst>
              <a:gd name="connsiteX0" fmla="*/ 0 w 3780890"/>
              <a:gd name="connsiteY0" fmla="*/ 965771 h 2815119"/>
              <a:gd name="connsiteX1" fmla="*/ 3780890 w 3780890"/>
              <a:gd name="connsiteY1" fmla="*/ 0 h 2815119"/>
              <a:gd name="connsiteX2" fmla="*/ 3780890 w 3780890"/>
              <a:gd name="connsiteY2" fmla="*/ 0 h 2815119"/>
              <a:gd name="connsiteX3" fmla="*/ 1839075 w 3780890"/>
              <a:gd name="connsiteY3" fmla="*/ 2815119 h 2815119"/>
              <a:gd name="connsiteX4" fmla="*/ 0 w 3780890"/>
              <a:gd name="connsiteY4" fmla="*/ 965771 h 281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0890" h="2815119">
                <a:moveTo>
                  <a:pt x="0" y="965771"/>
                </a:moveTo>
                <a:lnTo>
                  <a:pt x="3780890" y="0"/>
                </a:lnTo>
                <a:lnTo>
                  <a:pt x="3780890" y="0"/>
                </a:lnTo>
                <a:lnTo>
                  <a:pt x="1839075" y="2815119"/>
                </a:lnTo>
                <a:lnTo>
                  <a:pt x="0" y="9657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97FAF6-E4D2-089B-6E07-E09052D4500A}"/>
              </a:ext>
            </a:extLst>
          </p:cNvPr>
          <p:cNvSpPr/>
          <p:nvPr/>
        </p:nvSpPr>
        <p:spPr>
          <a:xfrm>
            <a:off x="4294598" y="4150760"/>
            <a:ext cx="3626777" cy="2476071"/>
          </a:xfrm>
          <a:custGeom>
            <a:avLst/>
            <a:gdLst>
              <a:gd name="connsiteX0" fmla="*/ 0 w 3626777"/>
              <a:gd name="connsiteY0" fmla="*/ 1294543 h 2476071"/>
              <a:gd name="connsiteX1" fmla="*/ 20548 w 3626777"/>
              <a:gd name="connsiteY1" fmla="*/ 2476071 h 2476071"/>
              <a:gd name="connsiteX2" fmla="*/ 3544584 w 3626777"/>
              <a:gd name="connsiteY2" fmla="*/ 1202076 h 2476071"/>
              <a:gd name="connsiteX3" fmla="*/ 3626777 w 3626777"/>
              <a:gd name="connsiteY3" fmla="*/ 0 h 2476071"/>
              <a:gd name="connsiteX4" fmla="*/ 0 w 3626777"/>
              <a:gd name="connsiteY4" fmla="*/ 1294543 h 24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6777" h="2476071">
                <a:moveTo>
                  <a:pt x="0" y="1294543"/>
                </a:moveTo>
                <a:lnTo>
                  <a:pt x="20548" y="2476071"/>
                </a:lnTo>
                <a:lnTo>
                  <a:pt x="3544584" y="1202076"/>
                </a:lnTo>
                <a:lnTo>
                  <a:pt x="3626777" y="0"/>
                </a:lnTo>
                <a:lnTo>
                  <a:pt x="0" y="12945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DCDDBC7-F2E9-A12A-F47C-2C4EB9260D08}"/>
              </a:ext>
            </a:extLst>
          </p:cNvPr>
          <p:cNvSpPr/>
          <p:nvPr/>
        </p:nvSpPr>
        <p:spPr>
          <a:xfrm>
            <a:off x="2650733" y="3606229"/>
            <a:ext cx="1654139" cy="2989780"/>
          </a:xfrm>
          <a:custGeom>
            <a:avLst/>
            <a:gdLst>
              <a:gd name="connsiteX0" fmla="*/ 0 w 1654139"/>
              <a:gd name="connsiteY0" fmla="*/ 0 h 2989780"/>
              <a:gd name="connsiteX1" fmla="*/ 133564 w 1654139"/>
              <a:gd name="connsiteY1" fmla="*/ 1335641 h 2989780"/>
              <a:gd name="connsiteX2" fmla="*/ 1643865 w 1654139"/>
              <a:gd name="connsiteY2" fmla="*/ 2989780 h 2989780"/>
              <a:gd name="connsiteX3" fmla="*/ 1654139 w 1654139"/>
              <a:gd name="connsiteY3" fmla="*/ 1808252 h 2989780"/>
              <a:gd name="connsiteX4" fmla="*/ 0 w 1654139"/>
              <a:gd name="connsiteY4" fmla="*/ 0 h 298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4139" h="2989780">
                <a:moveTo>
                  <a:pt x="0" y="0"/>
                </a:moveTo>
                <a:lnTo>
                  <a:pt x="133564" y="1335641"/>
                </a:lnTo>
                <a:lnTo>
                  <a:pt x="1643865" y="2989780"/>
                </a:lnTo>
                <a:cubicBezTo>
                  <a:pt x="1647290" y="2595937"/>
                  <a:pt x="1650714" y="2202095"/>
                  <a:pt x="1654139" y="180825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EE5C601-7C5A-B890-F29A-DEB9F68159FA}"/>
              </a:ext>
            </a:extLst>
          </p:cNvPr>
          <p:cNvSpPr/>
          <p:nvPr/>
        </p:nvSpPr>
        <p:spPr>
          <a:xfrm>
            <a:off x="7870004" y="2866490"/>
            <a:ext cx="3503488" cy="2486346"/>
          </a:xfrm>
          <a:custGeom>
            <a:avLst/>
            <a:gdLst>
              <a:gd name="connsiteX0" fmla="*/ 0 w 3503488"/>
              <a:gd name="connsiteY0" fmla="*/ 2486346 h 2486346"/>
              <a:gd name="connsiteX1" fmla="*/ 3349376 w 3503488"/>
              <a:gd name="connsiteY1" fmla="*/ 1232899 h 2486346"/>
              <a:gd name="connsiteX2" fmla="*/ 3503488 w 3503488"/>
              <a:gd name="connsiteY2" fmla="*/ 0 h 2486346"/>
              <a:gd name="connsiteX3" fmla="*/ 51371 w 3503488"/>
              <a:gd name="connsiteY3" fmla="*/ 1263721 h 2486346"/>
              <a:gd name="connsiteX4" fmla="*/ 0 w 3503488"/>
              <a:gd name="connsiteY4" fmla="*/ 2486346 h 248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3488" h="2486346">
                <a:moveTo>
                  <a:pt x="0" y="2486346"/>
                </a:moveTo>
                <a:lnTo>
                  <a:pt x="3349376" y="1232899"/>
                </a:lnTo>
                <a:lnTo>
                  <a:pt x="3503488" y="0"/>
                </a:lnTo>
                <a:lnTo>
                  <a:pt x="51371" y="1263721"/>
                </a:lnTo>
                <a:lnTo>
                  <a:pt x="0" y="248634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C08137-F6CB-703C-0BBA-1EF4E38AA753}"/>
              </a:ext>
            </a:extLst>
          </p:cNvPr>
          <p:cNvSpPr txBox="1"/>
          <p:nvPr/>
        </p:nvSpPr>
        <p:spPr>
          <a:xfrm>
            <a:off x="7685070" y="5696874"/>
            <a:ext cx="4154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dirty="0" err="1"/>
              <a:t>Hvor</a:t>
            </a:r>
            <a:r>
              <a:rPr lang="en-US" dirty="0"/>
              <a:t> mange </a:t>
            </a:r>
            <a:r>
              <a:rPr lang="en-US" dirty="0" err="1"/>
              <a:t>bokser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i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eske</a:t>
            </a:r>
            <a:r>
              <a:rPr lang="en-US" dirty="0"/>
              <a:t>? </a:t>
            </a:r>
          </a:p>
          <a:p>
            <a:r>
              <a:rPr lang="en-US" dirty="0"/>
              <a:t>• </a:t>
            </a:r>
            <a:r>
              <a:rPr lang="en-US" dirty="0" err="1"/>
              <a:t>Hvor</a:t>
            </a:r>
            <a:r>
              <a:rPr lang="en-US" dirty="0"/>
              <a:t> mange esker </a:t>
            </a:r>
            <a:r>
              <a:rPr lang="en-US" dirty="0" err="1"/>
              <a:t>går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Europall</a:t>
            </a:r>
            <a:r>
              <a:rPr lang="en-US" dirty="0"/>
              <a:t>?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813072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6B82-E81F-3986-F1E2-6E47F451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AA45-D2F6-7E52-9E72-DCE7156EF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731" y="324677"/>
            <a:ext cx="1510748" cy="457200"/>
          </a:xfrm>
        </p:spPr>
        <p:txBody>
          <a:bodyPr>
            <a:noAutofit/>
          </a:bodyPr>
          <a:lstStyle/>
          <a:p>
            <a:r>
              <a:rPr lang="en-US" sz="3600" dirty="0"/>
              <a:t>TRIXIG</a:t>
            </a:r>
            <a:endParaRPr lang="nb-NO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1517D-6FEA-4C89-D208-1F27824832DB}"/>
              </a:ext>
            </a:extLst>
          </p:cNvPr>
          <p:cNvSpPr txBox="1"/>
          <p:nvPr/>
        </p:nvSpPr>
        <p:spPr>
          <a:xfrm>
            <a:off x="3401862" y="331844"/>
            <a:ext cx="8147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Produktets</a:t>
            </a:r>
            <a:r>
              <a:rPr lang="en-US" sz="2000" dirty="0"/>
              <a:t> </a:t>
            </a:r>
            <a:r>
              <a:rPr lang="en-US" sz="2000" dirty="0" err="1"/>
              <a:t>hovedform</a:t>
            </a:r>
            <a:r>
              <a:rPr lang="en-US" sz="2000" dirty="0"/>
              <a:t> </a:t>
            </a:r>
            <a:r>
              <a:rPr lang="en-US" sz="2000" dirty="0" err="1"/>
              <a:t>påvirker</a:t>
            </a:r>
            <a:r>
              <a:rPr lang="en-US" sz="2000" dirty="0"/>
              <a:t> </a:t>
            </a:r>
            <a:r>
              <a:rPr lang="en-US" sz="2000" dirty="0" err="1"/>
              <a:t>valg</a:t>
            </a:r>
            <a:r>
              <a:rPr lang="en-US" sz="2000" dirty="0"/>
              <a:t> av form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emballasjen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Hvilken</a:t>
            </a:r>
            <a:r>
              <a:rPr lang="en-US" sz="2000" dirty="0"/>
              <a:t> </a:t>
            </a:r>
            <a:r>
              <a:rPr lang="en-US" sz="2000" dirty="0" err="1"/>
              <a:t>emballasjeform</a:t>
            </a:r>
            <a:r>
              <a:rPr lang="en-US" sz="2000" dirty="0"/>
              <a:t> </a:t>
            </a:r>
            <a:r>
              <a:rPr lang="en-US" sz="2000" dirty="0" err="1"/>
              <a:t>indikeres</a:t>
            </a:r>
            <a:r>
              <a:rPr lang="en-US" sz="2000" dirty="0"/>
              <a:t> av din </a:t>
            </a:r>
            <a:r>
              <a:rPr lang="en-US" sz="2000" dirty="0" err="1"/>
              <a:t>produktform</a:t>
            </a:r>
            <a:r>
              <a:rPr lang="en-US" sz="2000" dirty="0"/>
              <a:t>?</a:t>
            </a:r>
            <a:endParaRPr lang="nb-NO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22BC43-DF37-7B3D-E82E-892A28C526CE}"/>
              </a:ext>
            </a:extLst>
          </p:cNvPr>
          <p:cNvSpPr/>
          <p:nvPr/>
        </p:nvSpPr>
        <p:spPr>
          <a:xfrm>
            <a:off x="1642152" y="3393040"/>
            <a:ext cx="873304" cy="8013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5617DE-E211-56DB-8C1A-49F88CDD4474}"/>
              </a:ext>
            </a:extLst>
          </p:cNvPr>
          <p:cNvSpPr/>
          <p:nvPr/>
        </p:nvSpPr>
        <p:spPr>
          <a:xfrm>
            <a:off x="3842535" y="3534310"/>
            <a:ext cx="1058238" cy="1017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339760-9864-D966-6544-43A36F72F10A}"/>
              </a:ext>
            </a:extLst>
          </p:cNvPr>
          <p:cNvSpPr/>
          <p:nvPr/>
        </p:nvSpPr>
        <p:spPr>
          <a:xfrm>
            <a:off x="6298058" y="3032273"/>
            <a:ext cx="1058238" cy="9041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D309F2-3E68-A435-00D0-7A417530E47B}"/>
              </a:ext>
            </a:extLst>
          </p:cNvPr>
          <p:cNvSpPr/>
          <p:nvPr/>
        </p:nvSpPr>
        <p:spPr>
          <a:xfrm>
            <a:off x="2712378" y="4551452"/>
            <a:ext cx="1407559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190808E-D75D-8187-374E-FC9FFC4AFC3C}"/>
              </a:ext>
            </a:extLst>
          </p:cNvPr>
          <p:cNvSpPr/>
          <p:nvPr/>
        </p:nvSpPr>
        <p:spPr>
          <a:xfrm>
            <a:off x="4715838" y="2342508"/>
            <a:ext cx="1273996" cy="108649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BCA9F6E1-06A4-D17F-D7E0-6545A89E7489}"/>
              </a:ext>
            </a:extLst>
          </p:cNvPr>
          <p:cNvSpPr/>
          <p:nvPr/>
        </p:nvSpPr>
        <p:spPr>
          <a:xfrm>
            <a:off x="7777537" y="3287730"/>
            <a:ext cx="1058238" cy="90412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EC14FE45-BCA0-AAEE-4709-1F1DDBA52BD3}"/>
              </a:ext>
            </a:extLst>
          </p:cNvPr>
          <p:cNvSpPr/>
          <p:nvPr/>
        </p:nvSpPr>
        <p:spPr>
          <a:xfrm>
            <a:off x="6657654" y="4191856"/>
            <a:ext cx="1263721" cy="1190593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EBB9ECE6-E1C8-A5F0-56A4-0507B1383449}"/>
              </a:ext>
            </a:extLst>
          </p:cNvPr>
          <p:cNvSpPr/>
          <p:nvPr/>
        </p:nvSpPr>
        <p:spPr>
          <a:xfrm>
            <a:off x="5116531" y="3955930"/>
            <a:ext cx="1263721" cy="101102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4B6999-A4E4-0D45-904D-C60780124EDF}"/>
              </a:ext>
            </a:extLst>
          </p:cNvPr>
          <p:cNvSpPr/>
          <p:nvPr/>
        </p:nvSpPr>
        <p:spPr>
          <a:xfrm>
            <a:off x="8989888" y="4119937"/>
            <a:ext cx="1469204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EDA539B3-2D12-F659-B610-97D121B5623F}"/>
              </a:ext>
            </a:extLst>
          </p:cNvPr>
          <p:cNvSpPr/>
          <p:nvPr/>
        </p:nvSpPr>
        <p:spPr>
          <a:xfrm>
            <a:off x="7284378" y="1993187"/>
            <a:ext cx="1171253" cy="1140431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6" name="Octagon 15">
            <a:extLst>
              <a:ext uri="{FF2B5EF4-FFF2-40B4-BE49-F238E27FC236}">
                <a16:creationId xmlns:a16="http://schemas.microsoft.com/office/drawing/2014/main" id="{CD9F6F40-485E-9DB0-B19F-9F959FFA541A}"/>
              </a:ext>
            </a:extLst>
          </p:cNvPr>
          <p:cNvSpPr/>
          <p:nvPr/>
        </p:nvSpPr>
        <p:spPr>
          <a:xfrm>
            <a:off x="8157681" y="4859676"/>
            <a:ext cx="1058238" cy="1003315"/>
          </a:xfrm>
          <a:prstGeom prst="oc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Decagon 16">
            <a:extLst>
              <a:ext uri="{FF2B5EF4-FFF2-40B4-BE49-F238E27FC236}">
                <a16:creationId xmlns:a16="http://schemas.microsoft.com/office/drawing/2014/main" id="{925C1DA6-D08D-D0D1-E364-5B7A87A7ACBB}"/>
              </a:ext>
            </a:extLst>
          </p:cNvPr>
          <p:cNvSpPr/>
          <p:nvPr/>
        </p:nvSpPr>
        <p:spPr>
          <a:xfrm>
            <a:off x="4715838" y="5188449"/>
            <a:ext cx="1150706" cy="1011020"/>
          </a:xfrm>
          <a:prstGeom prst="dec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10E32747-169A-50F8-9F8F-4858143C3A1D}"/>
              </a:ext>
            </a:extLst>
          </p:cNvPr>
          <p:cNvSpPr/>
          <p:nvPr/>
        </p:nvSpPr>
        <p:spPr>
          <a:xfrm>
            <a:off x="2871626" y="2560042"/>
            <a:ext cx="1273996" cy="945222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F74CCE5D-E2B6-0063-0E22-B9EAB1CFCCC0}"/>
              </a:ext>
            </a:extLst>
          </p:cNvPr>
          <p:cNvSpPr/>
          <p:nvPr/>
        </p:nvSpPr>
        <p:spPr>
          <a:xfrm>
            <a:off x="1910993" y="1736333"/>
            <a:ext cx="982895" cy="108649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A7ECAD7F-BE2C-643C-1B15-C736AB07056D}"/>
              </a:ext>
            </a:extLst>
          </p:cNvPr>
          <p:cNvSpPr/>
          <p:nvPr/>
        </p:nvSpPr>
        <p:spPr>
          <a:xfrm>
            <a:off x="6096000" y="5106256"/>
            <a:ext cx="952072" cy="1003315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95E44044-41AD-CE0E-AAD3-4D502C0A0FD4}"/>
              </a:ext>
            </a:extLst>
          </p:cNvPr>
          <p:cNvSpPr/>
          <p:nvPr/>
        </p:nvSpPr>
        <p:spPr>
          <a:xfrm>
            <a:off x="1417834" y="5188449"/>
            <a:ext cx="1150706" cy="92112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E9F960BD-9506-4615-73D3-3D2BC13EEF55}"/>
              </a:ext>
            </a:extLst>
          </p:cNvPr>
          <p:cNvSpPr/>
          <p:nvPr/>
        </p:nvSpPr>
        <p:spPr>
          <a:xfrm>
            <a:off x="9750175" y="5270643"/>
            <a:ext cx="1023991" cy="830997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Trapezoid 23">
            <a:extLst>
              <a:ext uri="{FF2B5EF4-FFF2-40B4-BE49-F238E27FC236}">
                <a16:creationId xmlns:a16="http://schemas.microsoft.com/office/drawing/2014/main" id="{099BAD76-A427-1EDE-1082-FF079DA9907F}"/>
              </a:ext>
            </a:extLst>
          </p:cNvPr>
          <p:cNvSpPr/>
          <p:nvPr/>
        </p:nvSpPr>
        <p:spPr>
          <a:xfrm>
            <a:off x="8989888" y="2171400"/>
            <a:ext cx="1150705" cy="904126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C769A8-3CF2-4AFD-6E41-021D12ED4D5B}"/>
              </a:ext>
            </a:extLst>
          </p:cNvPr>
          <p:cNvSpPr txBox="1"/>
          <p:nvPr/>
        </p:nvSpPr>
        <p:spPr>
          <a:xfrm>
            <a:off x="3416157" y="1150479"/>
            <a:ext cx="4154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dirty="0" err="1"/>
              <a:t>Hvor</a:t>
            </a:r>
            <a:r>
              <a:rPr lang="en-US" dirty="0"/>
              <a:t> mange </a:t>
            </a:r>
            <a:r>
              <a:rPr lang="en-US" dirty="0" err="1"/>
              <a:t>bokser</a:t>
            </a:r>
            <a:r>
              <a:rPr lang="en-US" dirty="0"/>
              <a:t> </a:t>
            </a:r>
            <a:r>
              <a:rPr lang="en-US" dirty="0" err="1"/>
              <a:t>går</a:t>
            </a:r>
            <a:r>
              <a:rPr lang="en-US" dirty="0"/>
              <a:t> i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eske</a:t>
            </a:r>
            <a:r>
              <a:rPr lang="en-US" dirty="0"/>
              <a:t>? </a:t>
            </a:r>
          </a:p>
          <a:p>
            <a:r>
              <a:rPr lang="en-US" dirty="0"/>
              <a:t>• </a:t>
            </a:r>
            <a:r>
              <a:rPr lang="en-US" dirty="0" err="1"/>
              <a:t>Hvor</a:t>
            </a:r>
            <a:r>
              <a:rPr lang="en-US" dirty="0"/>
              <a:t> mange esker </a:t>
            </a:r>
            <a:r>
              <a:rPr lang="en-US" dirty="0" err="1"/>
              <a:t>går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Europall</a:t>
            </a:r>
            <a:r>
              <a:rPr lang="en-US" dirty="0"/>
              <a:t>?</a:t>
            </a:r>
            <a:endParaRPr lang="nb-NO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A97CE4-8C36-80EB-0100-A7E7AE70D5B0}"/>
              </a:ext>
            </a:extLst>
          </p:cNvPr>
          <p:cNvSpPr txBox="1"/>
          <p:nvPr/>
        </p:nvSpPr>
        <p:spPr>
          <a:xfrm>
            <a:off x="3223600" y="5430028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99154E-4BB9-0CFC-6775-D69B92051F15}"/>
              </a:ext>
            </a:extLst>
          </p:cNvPr>
          <p:cNvSpPr txBox="1"/>
          <p:nvPr/>
        </p:nvSpPr>
        <p:spPr>
          <a:xfrm>
            <a:off x="9215919" y="3190825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F359E0-7EB4-CC58-3194-0FD37C693A1D}"/>
              </a:ext>
            </a:extLst>
          </p:cNvPr>
          <p:cNvSpPr txBox="1"/>
          <p:nvPr/>
        </p:nvSpPr>
        <p:spPr>
          <a:xfrm>
            <a:off x="5925703" y="2136999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C1EA45-52CE-039B-7C19-E4D067691FC3}"/>
              </a:ext>
            </a:extLst>
          </p:cNvPr>
          <p:cNvSpPr txBox="1"/>
          <p:nvPr/>
        </p:nvSpPr>
        <p:spPr>
          <a:xfrm>
            <a:off x="4364030" y="4566213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4B965A-9AE2-2BF6-70DD-1C057E0A22CE}"/>
              </a:ext>
            </a:extLst>
          </p:cNvPr>
          <p:cNvSpPr txBox="1"/>
          <p:nvPr/>
        </p:nvSpPr>
        <p:spPr>
          <a:xfrm>
            <a:off x="1786461" y="4290909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C9267F-C8D8-DF1D-908A-6E3DDE3558E1}"/>
              </a:ext>
            </a:extLst>
          </p:cNvPr>
          <p:cNvSpPr txBox="1"/>
          <p:nvPr/>
        </p:nvSpPr>
        <p:spPr>
          <a:xfrm>
            <a:off x="2986824" y="3521468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130B2B-046B-D45A-536C-D6B009D93B4A}"/>
              </a:ext>
            </a:extLst>
          </p:cNvPr>
          <p:cNvSpPr txBox="1"/>
          <p:nvPr/>
        </p:nvSpPr>
        <p:spPr>
          <a:xfrm>
            <a:off x="7415455" y="5478270"/>
            <a:ext cx="454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?</a:t>
            </a:r>
            <a:endParaRPr lang="nb-NO" sz="4400" dirty="0"/>
          </a:p>
        </p:txBody>
      </p:sp>
    </p:spTree>
    <p:extLst>
      <p:ext uri="{BB962C8B-B14F-4D97-AF65-F5344CB8AC3E}">
        <p14:creationId xmlns:p14="http://schemas.microsoft.com/office/powerpoint/2010/main" val="21285160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6DE9-540D-BA0B-EC67-AE56B66C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blue device with a strap&#10;&#10;AI-generated content may be incorrect.">
            <a:extLst>
              <a:ext uri="{FF2B5EF4-FFF2-40B4-BE49-F238E27FC236}">
                <a16:creationId xmlns:a16="http://schemas.microsoft.com/office/drawing/2014/main" id="{9B1CC5EB-B68F-3B22-93B2-B02CBA04C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18419" y="5168647"/>
            <a:ext cx="1436860" cy="1277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276BBB-B61B-B2EF-BF5E-E16D6DBFE76C}"/>
              </a:ext>
            </a:extLst>
          </p:cNvPr>
          <p:cNvSpPr txBox="1"/>
          <p:nvPr/>
        </p:nvSpPr>
        <p:spPr>
          <a:xfrm>
            <a:off x="1550670" y="2420927"/>
            <a:ext cx="90906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Produktanalyse</a:t>
            </a:r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/>
            <a:r>
              <a:rPr lang="en-US" sz="48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Trixig</a:t>
            </a:r>
            <a:endParaRPr lang="en-US" sz="4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0578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A7B9-502B-273C-40D3-7C69869A2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blue device with a strap&#10;&#10;AI-generated content may be incorrect.">
            <a:extLst>
              <a:ext uri="{FF2B5EF4-FFF2-40B4-BE49-F238E27FC236}">
                <a16:creationId xmlns:a16="http://schemas.microsoft.com/office/drawing/2014/main" id="{4EBE5297-DFD3-DA17-A479-DE9649418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25625" y="1344433"/>
            <a:ext cx="5428415" cy="4827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56C6E-E40A-034D-E51C-D9AF121E4D32}"/>
              </a:ext>
            </a:extLst>
          </p:cNvPr>
          <p:cNvSpPr txBox="1"/>
          <p:nvPr/>
        </p:nvSpPr>
        <p:spPr>
          <a:xfrm>
            <a:off x="853440" y="508307"/>
            <a:ext cx="3801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Demontering</a:t>
            </a:r>
            <a:r>
              <a:rPr lang="en-US" sz="2400" b="1" dirty="0"/>
              <a:t> </a:t>
            </a:r>
            <a:r>
              <a:rPr lang="en-US" sz="2400" b="1" dirty="0" err="1"/>
              <a:t>Trixig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838503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91E63-373C-9861-212B-0E825A89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plastic device with a black strap&#10;&#10;AI-generated content may be incorrect.">
            <a:extLst>
              <a:ext uri="{FF2B5EF4-FFF2-40B4-BE49-F238E27FC236}">
                <a16:creationId xmlns:a16="http://schemas.microsoft.com/office/drawing/2014/main" id="{0EF58302-ACD2-2864-7DBF-DC4DDBAC6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1999" r="2583" b="1890"/>
          <a:stretch>
            <a:fillRect/>
          </a:stretch>
        </p:blipFill>
        <p:spPr>
          <a:xfrm>
            <a:off x="1752600" y="137160"/>
            <a:ext cx="867918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519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C918A-8A88-E421-23C1-FBBB0109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plastic device with wires and screws&#10;&#10;AI-generated content may be incorrect.">
            <a:extLst>
              <a:ext uri="{FF2B5EF4-FFF2-40B4-BE49-F238E27FC236}">
                <a16:creationId xmlns:a16="http://schemas.microsoft.com/office/drawing/2014/main" id="{29F49801-D26A-2972-407F-71FFEABAA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1834" r="4445" b="2833"/>
          <a:stretch>
            <a:fillRect/>
          </a:stretch>
        </p:blipFill>
        <p:spPr>
          <a:xfrm rot="5400000">
            <a:off x="3017520" y="-929640"/>
            <a:ext cx="6248400" cy="871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546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16D66-73DE-9C17-9723-674D9598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evice&#10;&#10;AI-generated content may be incorrect.">
            <a:extLst>
              <a:ext uri="{FF2B5EF4-FFF2-40B4-BE49-F238E27FC236}">
                <a16:creationId xmlns:a16="http://schemas.microsoft.com/office/drawing/2014/main" id="{AAE5EB11-D3F4-5E87-CA79-13AF6C2F7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160020"/>
            <a:ext cx="8717280" cy="65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378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C4EC-AF30-03BD-C207-3C036DCA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evice&#10;&#10;AI-generated content may be incorrect.">
            <a:extLst>
              <a:ext uri="{FF2B5EF4-FFF2-40B4-BE49-F238E27FC236}">
                <a16:creationId xmlns:a16="http://schemas.microsoft.com/office/drawing/2014/main" id="{9112E865-F795-66DE-FE82-1063FE3BF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20" y="160020"/>
            <a:ext cx="8707120" cy="65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83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C0D2-350C-4E38-374E-664DDA9A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evice with wires and wires&#10;&#10;AI-generated content may be incorrect.">
            <a:extLst>
              <a:ext uri="{FF2B5EF4-FFF2-40B4-BE49-F238E27FC236}">
                <a16:creationId xmlns:a16="http://schemas.microsoft.com/office/drawing/2014/main" id="{FFD949EF-CB51-CFC4-05E7-B7FB3C812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838" y="200025"/>
            <a:ext cx="8633461" cy="647509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F75640-675D-13C4-DD02-F26E5D5D31E7}"/>
              </a:ext>
            </a:extLst>
          </p:cNvPr>
          <p:cNvCxnSpPr/>
          <p:nvPr/>
        </p:nvCxnSpPr>
        <p:spPr>
          <a:xfrm>
            <a:off x="2735580" y="1866900"/>
            <a:ext cx="739140" cy="11963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D5A0E0-B831-617B-BB71-31D6EAA21333}"/>
              </a:ext>
            </a:extLst>
          </p:cNvPr>
          <p:cNvSpPr txBox="1"/>
          <p:nvPr/>
        </p:nvSpPr>
        <p:spPr>
          <a:xfrm>
            <a:off x="1173480" y="1497568"/>
            <a:ext cx="1844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Batteriinnfesting</a:t>
            </a:r>
            <a:endParaRPr lang="nb-N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C30EA-E272-9772-61E4-E570DA3E27BB}"/>
              </a:ext>
            </a:extLst>
          </p:cNvPr>
          <p:cNvSpPr txBox="1"/>
          <p:nvPr/>
        </p:nvSpPr>
        <p:spPr>
          <a:xfrm>
            <a:off x="2076450" y="5635228"/>
            <a:ext cx="9410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LED x 3</a:t>
            </a:r>
            <a:endParaRPr lang="nb-NO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B23259-452A-DF70-5E6B-052D7FD672DE}"/>
              </a:ext>
            </a:extLst>
          </p:cNvPr>
          <p:cNvCxnSpPr>
            <a:cxnSpLocks/>
          </p:cNvCxnSpPr>
          <p:nvPr/>
        </p:nvCxnSpPr>
        <p:spPr>
          <a:xfrm flipV="1">
            <a:off x="3021333" y="4914900"/>
            <a:ext cx="506727" cy="7203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258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61E63E1B4324FA15DCD0D2B7E44B8" ma:contentTypeVersion="10" ma:contentTypeDescription="Create a new document." ma:contentTypeScope="" ma:versionID="a571d1632eaae05fcbd26a44e12c7454">
  <xsd:schema xmlns:xsd="http://www.w3.org/2001/XMLSchema" xmlns:xs="http://www.w3.org/2001/XMLSchema" xmlns:p="http://schemas.microsoft.com/office/2006/metadata/properties" xmlns:ns2="01f35310-251e-43ba-9ebe-351883f26b63" xmlns:ns3="26cb69cd-a5bb-4c5d-84cd-344eb6f20a11" targetNamespace="http://schemas.microsoft.com/office/2006/metadata/properties" ma:root="true" ma:fieldsID="df33e7edfae9924868082aea06dc2a47" ns2:_="" ns3:_="">
    <xsd:import namespace="01f35310-251e-43ba-9ebe-351883f26b63"/>
    <xsd:import namespace="26cb69cd-a5bb-4c5d-84cd-344eb6f20a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f35310-251e-43ba-9ebe-351883f26b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e890ff-9720-4b21-a515-9806f1579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cb69cd-a5bb-4c5d-84cd-344eb6f20a1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ad3c94-3917-4063-9d37-229cca086c77}" ma:internalName="TaxCatchAll" ma:showField="CatchAllData" ma:web="26cb69cd-a5bb-4c5d-84cd-344eb6f20a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6cb69cd-a5bb-4c5d-84cd-344eb6f20a11" xsi:nil="true"/>
    <lcf76f155ced4ddcb4097134ff3c332f xmlns="01f35310-251e-43ba-9ebe-351883f26b6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2280732-6EB1-4F74-9953-B81F66006F60}"/>
</file>

<file path=customXml/itemProps2.xml><?xml version="1.0" encoding="utf-8"?>
<ds:datastoreItem xmlns:ds="http://schemas.openxmlformats.org/officeDocument/2006/customXml" ds:itemID="{1CF29729-BC7D-4AAE-B7FD-30E0651C558C}"/>
</file>

<file path=customXml/itemProps3.xml><?xml version="1.0" encoding="utf-8"?>
<ds:datastoreItem xmlns:ds="http://schemas.openxmlformats.org/officeDocument/2006/customXml" ds:itemID="{6C3A65BE-49DF-493B-A1BA-B3A9987A8681}"/>
</file>

<file path=docProps/app.xml><?xml version="1.0" encoding="utf-8"?>
<Properties xmlns="http://schemas.openxmlformats.org/officeDocument/2006/extended-properties" xmlns:vt="http://schemas.openxmlformats.org/officeDocument/2006/docPropsVTypes">
  <TotalTime>30010</TotalTime>
  <Words>742</Words>
  <Application>Microsoft Office PowerPoint</Application>
  <PresentationFormat>Widescreen</PresentationFormat>
  <Paragraphs>223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Aptos</vt:lpstr>
      <vt:lpstr>Aptos Display</vt:lpstr>
      <vt:lpstr>Arial</vt:lpstr>
      <vt:lpstr>Office Theme</vt:lpstr>
      <vt:lpstr>Informasjon om   Elskrutrekker TRIXIG  Kilde: IKEA’s brosjyrer for 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TRIXIG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Harald Skulberg</dc:creator>
  <cp:lastModifiedBy>Harald Skulberg</cp:lastModifiedBy>
  <cp:revision>36</cp:revision>
  <dcterms:created xsi:type="dcterms:W3CDTF">2026-03-26T12:18:21Z</dcterms:created>
  <dcterms:modified xsi:type="dcterms:W3CDTF">2026-04-16T08:28:32Z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0x0101002E561E63E1B4324FA15DCD0D2B7E44B8</vt:lpwstr>
  </property>
</Properties>
</file>